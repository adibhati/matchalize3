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4"/>
  </p:normalViewPr>
  <p:slideViewPr>
    <p:cSldViewPr snapToGrid="0" snapToObjects="1">
      <p:cViewPr varScale="1">
        <p:scale>
          <a:sx n="88" d="100"/>
          <a:sy n="88" d="100"/>
        </p:scale>
        <p:origin x="11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909FCC-E3BF-493C-A149-7126611E036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6CDA65-DD40-45C3-9BA2-D1CCBECA7DBA}">
      <dgm:prSet/>
      <dgm:spPr/>
      <dgm:t>
        <a:bodyPr/>
        <a:lstStyle/>
        <a:p>
          <a:r>
            <a:rPr lang="en-US"/>
            <a:t>Problem: [What problem are you trying to solve]</a:t>
          </a:r>
        </a:p>
      </dgm:t>
    </dgm:pt>
    <dgm:pt modelId="{178A179B-EE4E-4E78-A90D-7DF1C30DC188}" type="parTrans" cxnId="{2D0BE6B0-DE6A-4FC2-BDEF-3AEFAFC9D3DE}">
      <dgm:prSet/>
      <dgm:spPr/>
      <dgm:t>
        <a:bodyPr/>
        <a:lstStyle/>
        <a:p>
          <a:endParaRPr lang="en-US"/>
        </a:p>
      </dgm:t>
    </dgm:pt>
    <dgm:pt modelId="{AA7FE278-46D3-46AF-BA6B-717415C84FE6}" type="sibTrans" cxnId="{2D0BE6B0-DE6A-4FC2-BDEF-3AEFAFC9D3DE}">
      <dgm:prSet/>
      <dgm:spPr/>
      <dgm:t>
        <a:bodyPr/>
        <a:lstStyle/>
        <a:p>
          <a:endParaRPr lang="en-US"/>
        </a:p>
      </dgm:t>
    </dgm:pt>
    <dgm:pt modelId="{03625209-628F-4EC7-B4AE-57860E1831DB}">
      <dgm:prSet/>
      <dgm:spPr/>
      <dgm:t>
        <a:bodyPr/>
        <a:lstStyle/>
        <a:p>
          <a:r>
            <a:rPr lang="en-US"/>
            <a:t>Who faces it: [Target consumer segment]</a:t>
          </a:r>
        </a:p>
      </dgm:t>
    </dgm:pt>
    <dgm:pt modelId="{A9632FFE-D14D-4B10-A946-D07FD5B750F8}" type="parTrans" cxnId="{C637996C-1344-4BE9-B4D6-5EC0801CE5F0}">
      <dgm:prSet/>
      <dgm:spPr/>
      <dgm:t>
        <a:bodyPr/>
        <a:lstStyle/>
        <a:p>
          <a:endParaRPr lang="en-US"/>
        </a:p>
      </dgm:t>
    </dgm:pt>
    <dgm:pt modelId="{3D9005EE-4032-4963-86B4-1E4399137BEB}" type="sibTrans" cxnId="{C637996C-1344-4BE9-B4D6-5EC0801CE5F0}">
      <dgm:prSet/>
      <dgm:spPr/>
      <dgm:t>
        <a:bodyPr/>
        <a:lstStyle/>
        <a:p>
          <a:endParaRPr lang="en-US"/>
        </a:p>
      </dgm:t>
    </dgm:pt>
    <dgm:pt modelId="{6F66F26F-3D3E-468C-B69E-F826F179C90E}">
      <dgm:prSet/>
      <dgm:spPr/>
      <dgm:t>
        <a:bodyPr/>
        <a:lstStyle/>
        <a:p>
          <a:r>
            <a:rPr lang="en-US"/>
            <a:t>Root Cause: [Why this problem exists]</a:t>
          </a:r>
        </a:p>
      </dgm:t>
    </dgm:pt>
    <dgm:pt modelId="{1CA48443-290A-41D0-9FDE-6D842F34FECF}" type="parTrans" cxnId="{D0BC17D8-19DC-461E-B8FD-55206315FAF8}">
      <dgm:prSet/>
      <dgm:spPr/>
      <dgm:t>
        <a:bodyPr/>
        <a:lstStyle/>
        <a:p>
          <a:endParaRPr lang="en-US"/>
        </a:p>
      </dgm:t>
    </dgm:pt>
    <dgm:pt modelId="{288372F7-56B5-44FD-A887-B7BF897CE958}" type="sibTrans" cxnId="{D0BC17D8-19DC-461E-B8FD-55206315FAF8}">
      <dgm:prSet/>
      <dgm:spPr/>
      <dgm:t>
        <a:bodyPr/>
        <a:lstStyle/>
        <a:p>
          <a:endParaRPr lang="en-US"/>
        </a:p>
      </dgm:t>
    </dgm:pt>
    <dgm:pt modelId="{4C054F24-2FD8-439C-B516-2D8B45465325}">
      <dgm:prSet/>
      <dgm:spPr/>
      <dgm:t>
        <a:bodyPr/>
        <a:lstStyle/>
        <a:p>
          <a:r>
            <a:rPr lang="en-US"/>
            <a:t>Why it matters: [Impact if unsolved]</a:t>
          </a:r>
        </a:p>
      </dgm:t>
    </dgm:pt>
    <dgm:pt modelId="{D04AD9F2-2BC0-4E50-A63D-36E1F2FEBF01}" type="parTrans" cxnId="{A679F71C-3E32-4C12-96EB-1F01D6675835}">
      <dgm:prSet/>
      <dgm:spPr/>
      <dgm:t>
        <a:bodyPr/>
        <a:lstStyle/>
        <a:p>
          <a:endParaRPr lang="en-US"/>
        </a:p>
      </dgm:t>
    </dgm:pt>
    <dgm:pt modelId="{924F7417-11C4-4CBC-BB4D-2250D21E92A1}" type="sibTrans" cxnId="{A679F71C-3E32-4C12-96EB-1F01D6675835}">
      <dgm:prSet/>
      <dgm:spPr/>
      <dgm:t>
        <a:bodyPr/>
        <a:lstStyle/>
        <a:p>
          <a:endParaRPr lang="en-US"/>
        </a:p>
      </dgm:t>
    </dgm:pt>
    <dgm:pt modelId="{7C527205-DF0F-467C-BA77-4E4220694886}">
      <dgm:prSet/>
      <dgm:spPr/>
      <dgm:t>
        <a:bodyPr/>
        <a:lstStyle/>
        <a:p>
          <a:r>
            <a:rPr lang="en-IN" dirty="0"/>
            <a:t>Key insights if any (2–3) – (Knowledge derived from your experience/observation)</a:t>
          </a:r>
          <a:endParaRPr lang="en-US" dirty="0"/>
        </a:p>
      </dgm:t>
    </dgm:pt>
    <dgm:pt modelId="{07E5872B-FB3C-4866-97BD-E4130F662B4F}" type="parTrans" cxnId="{C92BC36C-3B65-4071-B9ED-854F2E5EAEEA}">
      <dgm:prSet/>
      <dgm:spPr/>
      <dgm:t>
        <a:bodyPr/>
        <a:lstStyle/>
        <a:p>
          <a:endParaRPr lang="en-US"/>
        </a:p>
      </dgm:t>
    </dgm:pt>
    <dgm:pt modelId="{D66858ED-B6F0-43B4-AA80-B79F09CC6D5C}" type="sibTrans" cxnId="{C92BC36C-3B65-4071-B9ED-854F2E5EAEEA}">
      <dgm:prSet/>
      <dgm:spPr/>
      <dgm:t>
        <a:bodyPr/>
        <a:lstStyle/>
        <a:p>
          <a:endParaRPr lang="en-US"/>
        </a:p>
      </dgm:t>
    </dgm:pt>
    <dgm:pt modelId="{185D6ED8-0475-754A-836F-B99C918AB268}" type="pres">
      <dgm:prSet presAssocID="{04909FCC-E3BF-493C-A149-7126611E036D}" presName="vert0" presStyleCnt="0">
        <dgm:presLayoutVars>
          <dgm:dir/>
          <dgm:animOne val="branch"/>
          <dgm:animLvl val="lvl"/>
        </dgm:presLayoutVars>
      </dgm:prSet>
      <dgm:spPr/>
    </dgm:pt>
    <dgm:pt modelId="{C420C05E-09B5-CB40-91F2-E91E3E77C4F5}" type="pres">
      <dgm:prSet presAssocID="{0C6CDA65-DD40-45C3-9BA2-D1CCBECA7DBA}" presName="thickLine" presStyleLbl="alignNode1" presStyleIdx="0" presStyleCnt="5"/>
      <dgm:spPr/>
    </dgm:pt>
    <dgm:pt modelId="{1D6A5565-58AA-2248-A4FB-5311D51F54A1}" type="pres">
      <dgm:prSet presAssocID="{0C6CDA65-DD40-45C3-9BA2-D1CCBECA7DBA}" presName="horz1" presStyleCnt="0"/>
      <dgm:spPr/>
    </dgm:pt>
    <dgm:pt modelId="{2A464FF6-F1D9-3A4C-A2FF-E2236287B721}" type="pres">
      <dgm:prSet presAssocID="{0C6CDA65-DD40-45C3-9BA2-D1CCBECA7DBA}" presName="tx1" presStyleLbl="revTx" presStyleIdx="0" presStyleCnt="5"/>
      <dgm:spPr/>
    </dgm:pt>
    <dgm:pt modelId="{445088F9-D19A-FD4B-90C4-D0479A676B49}" type="pres">
      <dgm:prSet presAssocID="{0C6CDA65-DD40-45C3-9BA2-D1CCBECA7DBA}" presName="vert1" presStyleCnt="0"/>
      <dgm:spPr/>
    </dgm:pt>
    <dgm:pt modelId="{56419B15-9E16-C94A-8C79-495502A1D5C2}" type="pres">
      <dgm:prSet presAssocID="{03625209-628F-4EC7-B4AE-57860E1831DB}" presName="thickLine" presStyleLbl="alignNode1" presStyleIdx="1" presStyleCnt="5"/>
      <dgm:spPr/>
    </dgm:pt>
    <dgm:pt modelId="{018E63D7-278D-2C42-8D33-12E8BCFE6F7C}" type="pres">
      <dgm:prSet presAssocID="{03625209-628F-4EC7-B4AE-57860E1831DB}" presName="horz1" presStyleCnt="0"/>
      <dgm:spPr/>
    </dgm:pt>
    <dgm:pt modelId="{1B761795-17BB-5C48-B4C0-FAF16D12BFC5}" type="pres">
      <dgm:prSet presAssocID="{03625209-628F-4EC7-B4AE-57860E1831DB}" presName="tx1" presStyleLbl="revTx" presStyleIdx="1" presStyleCnt="5"/>
      <dgm:spPr/>
    </dgm:pt>
    <dgm:pt modelId="{8CAAE0DF-87C3-104D-AB70-9263D17BF043}" type="pres">
      <dgm:prSet presAssocID="{03625209-628F-4EC7-B4AE-57860E1831DB}" presName="vert1" presStyleCnt="0"/>
      <dgm:spPr/>
    </dgm:pt>
    <dgm:pt modelId="{181A4CC8-841F-EE45-B404-20BF46927960}" type="pres">
      <dgm:prSet presAssocID="{6F66F26F-3D3E-468C-B69E-F826F179C90E}" presName="thickLine" presStyleLbl="alignNode1" presStyleIdx="2" presStyleCnt="5"/>
      <dgm:spPr/>
    </dgm:pt>
    <dgm:pt modelId="{7C4355F1-E503-DA43-A12F-309BB5A6DC08}" type="pres">
      <dgm:prSet presAssocID="{6F66F26F-3D3E-468C-B69E-F826F179C90E}" presName="horz1" presStyleCnt="0"/>
      <dgm:spPr/>
    </dgm:pt>
    <dgm:pt modelId="{F33FC98F-68E9-C54B-B346-C4B3EE49B4BB}" type="pres">
      <dgm:prSet presAssocID="{6F66F26F-3D3E-468C-B69E-F826F179C90E}" presName="tx1" presStyleLbl="revTx" presStyleIdx="2" presStyleCnt="5"/>
      <dgm:spPr/>
    </dgm:pt>
    <dgm:pt modelId="{74F622B0-0F66-4F40-97A9-154D4A95A152}" type="pres">
      <dgm:prSet presAssocID="{6F66F26F-3D3E-468C-B69E-F826F179C90E}" presName="vert1" presStyleCnt="0"/>
      <dgm:spPr/>
    </dgm:pt>
    <dgm:pt modelId="{D0EE1F8D-51EC-8747-A9D1-727379B1C1D6}" type="pres">
      <dgm:prSet presAssocID="{4C054F24-2FD8-439C-B516-2D8B45465325}" presName="thickLine" presStyleLbl="alignNode1" presStyleIdx="3" presStyleCnt="5"/>
      <dgm:spPr/>
    </dgm:pt>
    <dgm:pt modelId="{76EFB313-49F2-A848-8905-D8EC2D7B7B5B}" type="pres">
      <dgm:prSet presAssocID="{4C054F24-2FD8-439C-B516-2D8B45465325}" presName="horz1" presStyleCnt="0"/>
      <dgm:spPr/>
    </dgm:pt>
    <dgm:pt modelId="{B51ADECF-5379-314F-A271-6DBC19D70D81}" type="pres">
      <dgm:prSet presAssocID="{4C054F24-2FD8-439C-B516-2D8B45465325}" presName="tx1" presStyleLbl="revTx" presStyleIdx="3" presStyleCnt="5"/>
      <dgm:spPr/>
    </dgm:pt>
    <dgm:pt modelId="{FC56EA34-AC78-EC46-B1ED-79F9BAFA6013}" type="pres">
      <dgm:prSet presAssocID="{4C054F24-2FD8-439C-B516-2D8B45465325}" presName="vert1" presStyleCnt="0"/>
      <dgm:spPr/>
    </dgm:pt>
    <dgm:pt modelId="{1897060C-017C-154B-898B-39656C019D11}" type="pres">
      <dgm:prSet presAssocID="{7C527205-DF0F-467C-BA77-4E4220694886}" presName="thickLine" presStyleLbl="alignNode1" presStyleIdx="4" presStyleCnt="5"/>
      <dgm:spPr/>
    </dgm:pt>
    <dgm:pt modelId="{8ED188F4-47EB-8E4F-8A46-B67CCDE56DDF}" type="pres">
      <dgm:prSet presAssocID="{7C527205-DF0F-467C-BA77-4E4220694886}" presName="horz1" presStyleCnt="0"/>
      <dgm:spPr/>
    </dgm:pt>
    <dgm:pt modelId="{D2E7383A-E5DB-8B4C-B579-0229404167C5}" type="pres">
      <dgm:prSet presAssocID="{7C527205-DF0F-467C-BA77-4E4220694886}" presName="tx1" presStyleLbl="revTx" presStyleIdx="4" presStyleCnt="5"/>
      <dgm:spPr/>
    </dgm:pt>
    <dgm:pt modelId="{09D33E6E-21F8-5849-B1F3-D4F8646D4853}" type="pres">
      <dgm:prSet presAssocID="{7C527205-DF0F-467C-BA77-4E4220694886}" presName="vert1" presStyleCnt="0"/>
      <dgm:spPr/>
    </dgm:pt>
  </dgm:ptLst>
  <dgm:cxnLst>
    <dgm:cxn modelId="{15B5870E-7F3F-AE45-8D63-DD8D70271A66}" type="presOf" srcId="{4C054F24-2FD8-439C-B516-2D8B45465325}" destId="{B51ADECF-5379-314F-A271-6DBC19D70D81}" srcOrd="0" destOrd="0" presId="urn:microsoft.com/office/officeart/2008/layout/LinedList"/>
    <dgm:cxn modelId="{A679F71C-3E32-4C12-96EB-1F01D6675835}" srcId="{04909FCC-E3BF-493C-A149-7126611E036D}" destId="{4C054F24-2FD8-439C-B516-2D8B45465325}" srcOrd="3" destOrd="0" parTransId="{D04AD9F2-2BC0-4E50-A63D-36E1F2FEBF01}" sibTransId="{924F7417-11C4-4CBC-BB4D-2250D21E92A1}"/>
    <dgm:cxn modelId="{A64A1E2E-6525-A542-B8E1-6B34CF8E8AB6}" type="presOf" srcId="{04909FCC-E3BF-493C-A149-7126611E036D}" destId="{185D6ED8-0475-754A-836F-B99C918AB268}" srcOrd="0" destOrd="0" presId="urn:microsoft.com/office/officeart/2008/layout/LinedList"/>
    <dgm:cxn modelId="{4C24AE43-7195-314C-BC14-0B4FF0E13A96}" type="presOf" srcId="{0C6CDA65-DD40-45C3-9BA2-D1CCBECA7DBA}" destId="{2A464FF6-F1D9-3A4C-A2FF-E2236287B721}" srcOrd="0" destOrd="0" presId="urn:microsoft.com/office/officeart/2008/layout/LinedList"/>
    <dgm:cxn modelId="{C637996C-1344-4BE9-B4D6-5EC0801CE5F0}" srcId="{04909FCC-E3BF-493C-A149-7126611E036D}" destId="{03625209-628F-4EC7-B4AE-57860E1831DB}" srcOrd="1" destOrd="0" parTransId="{A9632FFE-D14D-4B10-A946-D07FD5B750F8}" sibTransId="{3D9005EE-4032-4963-86B4-1E4399137BEB}"/>
    <dgm:cxn modelId="{C92BC36C-3B65-4071-B9ED-854F2E5EAEEA}" srcId="{04909FCC-E3BF-493C-A149-7126611E036D}" destId="{7C527205-DF0F-467C-BA77-4E4220694886}" srcOrd="4" destOrd="0" parTransId="{07E5872B-FB3C-4866-97BD-E4130F662B4F}" sibTransId="{D66858ED-B6F0-43B4-AA80-B79F09CC6D5C}"/>
    <dgm:cxn modelId="{1716A856-C2D8-214A-8FC5-56844DCE640B}" type="presOf" srcId="{7C527205-DF0F-467C-BA77-4E4220694886}" destId="{D2E7383A-E5DB-8B4C-B579-0229404167C5}" srcOrd="0" destOrd="0" presId="urn:microsoft.com/office/officeart/2008/layout/LinedList"/>
    <dgm:cxn modelId="{D35DEC94-583D-AC47-9DDF-6D2AE669C1F6}" type="presOf" srcId="{03625209-628F-4EC7-B4AE-57860E1831DB}" destId="{1B761795-17BB-5C48-B4C0-FAF16D12BFC5}" srcOrd="0" destOrd="0" presId="urn:microsoft.com/office/officeart/2008/layout/LinedList"/>
    <dgm:cxn modelId="{665FD0A1-24CA-E24C-A886-C315F1B398F7}" type="presOf" srcId="{6F66F26F-3D3E-468C-B69E-F826F179C90E}" destId="{F33FC98F-68E9-C54B-B346-C4B3EE49B4BB}" srcOrd="0" destOrd="0" presId="urn:microsoft.com/office/officeart/2008/layout/LinedList"/>
    <dgm:cxn modelId="{2D0BE6B0-DE6A-4FC2-BDEF-3AEFAFC9D3DE}" srcId="{04909FCC-E3BF-493C-A149-7126611E036D}" destId="{0C6CDA65-DD40-45C3-9BA2-D1CCBECA7DBA}" srcOrd="0" destOrd="0" parTransId="{178A179B-EE4E-4E78-A90D-7DF1C30DC188}" sibTransId="{AA7FE278-46D3-46AF-BA6B-717415C84FE6}"/>
    <dgm:cxn modelId="{D0BC17D8-19DC-461E-B8FD-55206315FAF8}" srcId="{04909FCC-E3BF-493C-A149-7126611E036D}" destId="{6F66F26F-3D3E-468C-B69E-F826F179C90E}" srcOrd="2" destOrd="0" parTransId="{1CA48443-290A-41D0-9FDE-6D842F34FECF}" sibTransId="{288372F7-56B5-44FD-A887-B7BF897CE958}"/>
    <dgm:cxn modelId="{DC080AE9-20ED-3046-A538-2A8BF3DB532A}" type="presParOf" srcId="{185D6ED8-0475-754A-836F-B99C918AB268}" destId="{C420C05E-09B5-CB40-91F2-E91E3E77C4F5}" srcOrd="0" destOrd="0" presId="urn:microsoft.com/office/officeart/2008/layout/LinedList"/>
    <dgm:cxn modelId="{C2BDDA86-AE8F-D34F-B8DF-D31C70B30C50}" type="presParOf" srcId="{185D6ED8-0475-754A-836F-B99C918AB268}" destId="{1D6A5565-58AA-2248-A4FB-5311D51F54A1}" srcOrd="1" destOrd="0" presId="urn:microsoft.com/office/officeart/2008/layout/LinedList"/>
    <dgm:cxn modelId="{585E612C-ED7C-744F-A51B-32FF84F6E2E7}" type="presParOf" srcId="{1D6A5565-58AA-2248-A4FB-5311D51F54A1}" destId="{2A464FF6-F1D9-3A4C-A2FF-E2236287B721}" srcOrd="0" destOrd="0" presId="urn:microsoft.com/office/officeart/2008/layout/LinedList"/>
    <dgm:cxn modelId="{E5682CCE-E318-B64C-A542-8FC9CDDDE3C1}" type="presParOf" srcId="{1D6A5565-58AA-2248-A4FB-5311D51F54A1}" destId="{445088F9-D19A-FD4B-90C4-D0479A676B49}" srcOrd="1" destOrd="0" presId="urn:microsoft.com/office/officeart/2008/layout/LinedList"/>
    <dgm:cxn modelId="{91E02253-D9F6-0640-8B0F-7D30237F2ABC}" type="presParOf" srcId="{185D6ED8-0475-754A-836F-B99C918AB268}" destId="{56419B15-9E16-C94A-8C79-495502A1D5C2}" srcOrd="2" destOrd="0" presId="urn:microsoft.com/office/officeart/2008/layout/LinedList"/>
    <dgm:cxn modelId="{B41634DA-92E7-DC46-83DF-7B03D623E1BD}" type="presParOf" srcId="{185D6ED8-0475-754A-836F-B99C918AB268}" destId="{018E63D7-278D-2C42-8D33-12E8BCFE6F7C}" srcOrd="3" destOrd="0" presId="urn:microsoft.com/office/officeart/2008/layout/LinedList"/>
    <dgm:cxn modelId="{A6D7A277-C1E2-0046-8559-37CD625B2990}" type="presParOf" srcId="{018E63D7-278D-2C42-8D33-12E8BCFE6F7C}" destId="{1B761795-17BB-5C48-B4C0-FAF16D12BFC5}" srcOrd="0" destOrd="0" presId="urn:microsoft.com/office/officeart/2008/layout/LinedList"/>
    <dgm:cxn modelId="{237EF516-B7B0-4C43-AEE1-30FDA081E5DB}" type="presParOf" srcId="{018E63D7-278D-2C42-8D33-12E8BCFE6F7C}" destId="{8CAAE0DF-87C3-104D-AB70-9263D17BF043}" srcOrd="1" destOrd="0" presId="urn:microsoft.com/office/officeart/2008/layout/LinedList"/>
    <dgm:cxn modelId="{6EB2C1B8-00E1-A244-85B4-3CC13732B686}" type="presParOf" srcId="{185D6ED8-0475-754A-836F-B99C918AB268}" destId="{181A4CC8-841F-EE45-B404-20BF46927960}" srcOrd="4" destOrd="0" presId="urn:microsoft.com/office/officeart/2008/layout/LinedList"/>
    <dgm:cxn modelId="{3122B80D-4D37-B143-A118-81EE624320F6}" type="presParOf" srcId="{185D6ED8-0475-754A-836F-B99C918AB268}" destId="{7C4355F1-E503-DA43-A12F-309BB5A6DC08}" srcOrd="5" destOrd="0" presId="urn:microsoft.com/office/officeart/2008/layout/LinedList"/>
    <dgm:cxn modelId="{A9A96808-74B2-CE46-B1A0-80819E556528}" type="presParOf" srcId="{7C4355F1-E503-DA43-A12F-309BB5A6DC08}" destId="{F33FC98F-68E9-C54B-B346-C4B3EE49B4BB}" srcOrd="0" destOrd="0" presId="urn:microsoft.com/office/officeart/2008/layout/LinedList"/>
    <dgm:cxn modelId="{2C2C1405-4C57-F14A-99BA-409C5B6D7CD4}" type="presParOf" srcId="{7C4355F1-E503-DA43-A12F-309BB5A6DC08}" destId="{74F622B0-0F66-4F40-97A9-154D4A95A152}" srcOrd="1" destOrd="0" presId="urn:microsoft.com/office/officeart/2008/layout/LinedList"/>
    <dgm:cxn modelId="{1E6DB10A-4773-2544-B1F9-50BF73FE40B3}" type="presParOf" srcId="{185D6ED8-0475-754A-836F-B99C918AB268}" destId="{D0EE1F8D-51EC-8747-A9D1-727379B1C1D6}" srcOrd="6" destOrd="0" presId="urn:microsoft.com/office/officeart/2008/layout/LinedList"/>
    <dgm:cxn modelId="{FC69556A-F92D-434B-96E8-B9EC68C95DE7}" type="presParOf" srcId="{185D6ED8-0475-754A-836F-B99C918AB268}" destId="{76EFB313-49F2-A848-8905-D8EC2D7B7B5B}" srcOrd="7" destOrd="0" presId="urn:microsoft.com/office/officeart/2008/layout/LinedList"/>
    <dgm:cxn modelId="{5EDF4CDB-A9A7-574F-BB49-9E797F2DB6D0}" type="presParOf" srcId="{76EFB313-49F2-A848-8905-D8EC2D7B7B5B}" destId="{B51ADECF-5379-314F-A271-6DBC19D70D81}" srcOrd="0" destOrd="0" presId="urn:microsoft.com/office/officeart/2008/layout/LinedList"/>
    <dgm:cxn modelId="{A4592573-E053-D84D-94E3-34814470FFBF}" type="presParOf" srcId="{76EFB313-49F2-A848-8905-D8EC2D7B7B5B}" destId="{FC56EA34-AC78-EC46-B1ED-79F9BAFA6013}" srcOrd="1" destOrd="0" presId="urn:microsoft.com/office/officeart/2008/layout/LinedList"/>
    <dgm:cxn modelId="{B2EE65BE-4A4D-F24F-8363-B00E0516A346}" type="presParOf" srcId="{185D6ED8-0475-754A-836F-B99C918AB268}" destId="{1897060C-017C-154B-898B-39656C019D11}" srcOrd="8" destOrd="0" presId="urn:microsoft.com/office/officeart/2008/layout/LinedList"/>
    <dgm:cxn modelId="{E9CB5346-3E1D-6A48-80CC-22D7C20BC640}" type="presParOf" srcId="{185D6ED8-0475-754A-836F-B99C918AB268}" destId="{8ED188F4-47EB-8E4F-8A46-B67CCDE56DDF}" srcOrd="9" destOrd="0" presId="urn:microsoft.com/office/officeart/2008/layout/LinedList"/>
    <dgm:cxn modelId="{796237EA-0CC7-544E-BB62-32A155BE3410}" type="presParOf" srcId="{8ED188F4-47EB-8E4F-8A46-B67CCDE56DDF}" destId="{D2E7383A-E5DB-8B4C-B579-0229404167C5}" srcOrd="0" destOrd="0" presId="urn:microsoft.com/office/officeart/2008/layout/LinedList"/>
    <dgm:cxn modelId="{6755CEB7-D12A-BD4D-84EF-720BF176E88C}" type="presParOf" srcId="{8ED188F4-47EB-8E4F-8A46-B67CCDE56DDF}" destId="{09D33E6E-21F8-5849-B1F3-D4F8646D48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1A55F-4212-49AC-B0EC-AFA60CFA09F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B98DA36-3DD3-4150-A664-9156A849FF18}">
      <dgm:prSet/>
      <dgm:spPr/>
      <dgm:t>
        <a:bodyPr/>
        <a:lstStyle/>
        <a:p>
          <a:r>
            <a:rPr lang="en-US"/>
            <a:t>Solution: [One-line value proposition]</a:t>
          </a:r>
        </a:p>
      </dgm:t>
    </dgm:pt>
    <dgm:pt modelId="{B8E7D8EF-C5E0-45E0-B17A-6B91A4887D67}" type="parTrans" cxnId="{95B956C6-E005-455A-B144-5EC9233B89E3}">
      <dgm:prSet/>
      <dgm:spPr/>
      <dgm:t>
        <a:bodyPr/>
        <a:lstStyle/>
        <a:p>
          <a:endParaRPr lang="en-US"/>
        </a:p>
      </dgm:t>
    </dgm:pt>
    <dgm:pt modelId="{7BB67AAE-3FFE-496F-8FD9-2CD3A393DCB6}" type="sibTrans" cxnId="{95B956C6-E005-455A-B144-5EC9233B89E3}">
      <dgm:prSet/>
      <dgm:spPr/>
      <dgm:t>
        <a:bodyPr/>
        <a:lstStyle/>
        <a:p>
          <a:endParaRPr lang="en-US"/>
        </a:p>
      </dgm:t>
    </dgm:pt>
    <dgm:pt modelId="{A0A62797-76A9-4490-941F-547244DF5B1B}">
      <dgm:prSet/>
      <dgm:spPr/>
      <dgm:t>
        <a:bodyPr/>
        <a:lstStyle/>
        <a:p>
          <a:r>
            <a:rPr lang="en-US"/>
            <a:t>Current gap: [What existing solutions miss]</a:t>
          </a:r>
        </a:p>
      </dgm:t>
    </dgm:pt>
    <dgm:pt modelId="{706D87C1-44D7-446A-8A23-75A4703C2785}" type="parTrans" cxnId="{E733D704-C104-428E-9252-0607E9886F52}">
      <dgm:prSet/>
      <dgm:spPr/>
      <dgm:t>
        <a:bodyPr/>
        <a:lstStyle/>
        <a:p>
          <a:endParaRPr lang="en-US"/>
        </a:p>
      </dgm:t>
    </dgm:pt>
    <dgm:pt modelId="{BF3438D1-6AFC-404F-9FD5-DEF26035D24D}" type="sibTrans" cxnId="{E733D704-C104-428E-9252-0607E9886F52}">
      <dgm:prSet/>
      <dgm:spPr/>
      <dgm:t>
        <a:bodyPr/>
        <a:lstStyle/>
        <a:p>
          <a:endParaRPr lang="en-US"/>
        </a:p>
      </dgm:t>
    </dgm:pt>
    <dgm:pt modelId="{3FB3F2E5-352A-47E0-8C63-A33DFC0F940A}">
      <dgm:prSet/>
      <dgm:spPr/>
      <dgm:t>
        <a:bodyPr/>
        <a:lstStyle/>
        <a:p>
          <a:r>
            <a:rPr lang="en-US"/>
            <a:t>Our approach: [What is different]</a:t>
          </a:r>
        </a:p>
      </dgm:t>
    </dgm:pt>
    <dgm:pt modelId="{B3039074-0F0C-4529-A13B-76A5D76D70A2}" type="parTrans" cxnId="{06C9CE23-AC5C-4972-A700-C8E8C8D3CEA9}">
      <dgm:prSet/>
      <dgm:spPr/>
      <dgm:t>
        <a:bodyPr/>
        <a:lstStyle/>
        <a:p>
          <a:endParaRPr lang="en-US"/>
        </a:p>
      </dgm:t>
    </dgm:pt>
    <dgm:pt modelId="{262AAB84-2600-4270-868B-B9641BD9F6DF}" type="sibTrans" cxnId="{06C9CE23-AC5C-4972-A700-C8E8C8D3CEA9}">
      <dgm:prSet/>
      <dgm:spPr/>
      <dgm:t>
        <a:bodyPr/>
        <a:lstStyle/>
        <a:p>
          <a:endParaRPr lang="en-US"/>
        </a:p>
      </dgm:t>
    </dgm:pt>
    <dgm:pt modelId="{A9F41942-D64C-4FA3-9FB4-6497242DF8F5}">
      <dgm:prSet/>
      <dgm:spPr/>
      <dgm:t>
        <a:bodyPr/>
        <a:lstStyle/>
        <a:p>
          <a:r>
            <a:rPr lang="en-US" dirty="0"/>
            <a:t>User Insights: [</a:t>
          </a:r>
          <a:r>
            <a:rPr lang="en-US" i="0" dirty="0"/>
            <a:t>Real</a:t>
          </a:r>
          <a:r>
            <a:rPr lang="en-IN" i="0" dirty="0"/>
            <a:t> users or potential customers that you have surveyed/spoken to</a:t>
          </a:r>
          <a:r>
            <a:rPr lang="en-IN" i="1" dirty="0"/>
            <a:t>?</a:t>
          </a:r>
          <a:r>
            <a:rPr lang="en-IN" i="0" dirty="0"/>
            <a:t>]</a:t>
          </a:r>
          <a:r>
            <a:rPr lang="en-IN" i="1" dirty="0"/>
            <a:t> </a:t>
          </a:r>
          <a:endParaRPr lang="en-US" dirty="0"/>
        </a:p>
      </dgm:t>
    </dgm:pt>
    <dgm:pt modelId="{B5A09FF9-2885-41CE-BE2D-8D20DF165E7B}" type="parTrans" cxnId="{BCB09FAC-3E9E-4968-BC05-13F9A0C7C514}">
      <dgm:prSet/>
      <dgm:spPr/>
      <dgm:t>
        <a:bodyPr/>
        <a:lstStyle/>
        <a:p>
          <a:endParaRPr lang="en-US"/>
        </a:p>
      </dgm:t>
    </dgm:pt>
    <dgm:pt modelId="{FC69840A-6EBF-4CA2-8152-C1EFF2824288}" type="sibTrans" cxnId="{BCB09FAC-3E9E-4968-BC05-13F9A0C7C514}">
      <dgm:prSet/>
      <dgm:spPr/>
      <dgm:t>
        <a:bodyPr/>
        <a:lstStyle/>
        <a:p>
          <a:endParaRPr lang="en-US"/>
        </a:p>
      </dgm:t>
    </dgm:pt>
    <dgm:pt modelId="{FAD90F58-0D03-450D-A58C-8D68383E9457}">
      <dgm:prSet/>
      <dgm:spPr/>
      <dgm:t>
        <a:bodyPr/>
        <a:lstStyle/>
        <a:p>
          <a:r>
            <a:rPr lang="en-US"/>
            <a:t>- Insight 1</a:t>
          </a:r>
        </a:p>
      </dgm:t>
    </dgm:pt>
    <dgm:pt modelId="{3CD2FEE5-8C33-492D-9AB6-6F23881CB8E0}" type="parTrans" cxnId="{2B601BA2-5021-4E85-B5D5-97F947490BEB}">
      <dgm:prSet/>
      <dgm:spPr/>
      <dgm:t>
        <a:bodyPr/>
        <a:lstStyle/>
        <a:p>
          <a:endParaRPr lang="en-US"/>
        </a:p>
      </dgm:t>
    </dgm:pt>
    <dgm:pt modelId="{52BE46A5-D7ED-4F76-8E82-C85234DAEAB8}" type="sibTrans" cxnId="{2B601BA2-5021-4E85-B5D5-97F947490BEB}">
      <dgm:prSet/>
      <dgm:spPr/>
      <dgm:t>
        <a:bodyPr/>
        <a:lstStyle/>
        <a:p>
          <a:endParaRPr lang="en-US"/>
        </a:p>
      </dgm:t>
    </dgm:pt>
    <dgm:pt modelId="{97178C02-2E32-4948-90B1-638166F75E7A}">
      <dgm:prSet/>
      <dgm:spPr/>
      <dgm:t>
        <a:bodyPr/>
        <a:lstStyle/>
        <a:p>
          <a:r>
            <a:rPr lang="en-US" dirty="0"/>
            <a:t>- Insight 2</a:t>
          </a:r>
        </a:p>
      </dgm:t>
    </dgm:pt>
    <dgm:pt modelId="{69F48803-0C61-4118-8508-EE0F8DED3049}" type="parTrans" cxnId="{C47E8534-87E9-47A5-B09E-94A15E27A0AC}">
      <dgm:prSet/>
      <dgm:spPr/>
      <dgm:t>
        <a:bodyPr/>
        <a:lstStyle/>
        <a:p>
          <a:endParaRPr lang="en-US"/>
        </a:p>
      </dgm:t>
    </dgm:pt>
    <dgm:pt modelId="{2A79C87B-E2C6-479D-9625-5A5712E2C40E}" type="sibTrans" cxnId="{C47E8534-87E9-47A5-B09E-94A15E27A0AC}">
      <dgm:prSet/>
      <dgm:spPr/>
      <dgm:t>
        <a:bodyPr/>
        <a:lstStyle/>
        <a:p>
          <a:endParaRPr lang="en-US"/>
        </a:p>
      </dgm:t>
    </dgm:pt>
    <dgm:pt modelId="{878D1CCA-1DA3-487B-ADB6-8641F4BC4F3A}">
      <dgm:prSet/>
      <dgm:spPr/>
      <dgm:t>
        <a:bodyPr/>
        <a:lstStyle/>
        <a:p>
          <a:r>
            <a:rPr lang="en-IN" dirty="0"/>
            <a:t>Current stage + artefacts </a:t>
          </a:r>
          <a:endParaRPr lang="en-US" dirty="0"/>
        </a:p>
        <a:p>
          <a:endParaRPr lang="en-US" dirty="0"/>
        </a:p>
      </dgm:t>
    </dgm:pt>
    <dgm:pt modelId="{1D7A0C90-2930-41F2-9B71-0172EFAC5ED4}" type="parTrans" cxnId="{0D5C5897-3A15-4E74-B013-AF66435D1181}">
      <dgm:prSet/>
      <dgm:spPr/>
      <dgm:t>
        <a:bodyPr/>
        <a:lstStyle/>
        <a:p>
          <a:endParaRPr lang="en-US"/>
        </a:p>
      </dgm:t>
    </dgm:pt>
    <dgm:pt modelId="{3FD9DDF9-09E9-43F0-8F5B-DEB002A45B71}" type="sibTrans" cxnId="{0D5C5897-3A15-4E74-B013-AF66435D1181}">
      <dgm:prSet/>
      <dgm:spPr/>
      <dgm:t>
        <a:bodyPr/>
        <a:lstStyle/>
        <a:p>
          <a:endParaRPr lang="en-US"/>
        </a:p>
      </dgm:t>
    </dgm:pt>
    <dgm:pt modelId="{CFEDE452-C20F-8C46-B58B-B34722EE1019}" type="pres">
      <dgm:prSet presAssocID="{6F71A55F-4212-49AC-B0EC-AFA60CFA09F1}" presName="vert0" presStyleCnt="0">
        <dgm:presLayoutVars>
          <dgm:dir/>
          <dgm:animOne val="branch"/>
          <dgm:animLvl val="lvl"/>
        </dgm:presLayoutVars>
      </dgm:prSet>
      <dgm:spPr/>
    </dgm:pt>
    <dgm:pt modelId="{FE40B5EC-B0F2-EC4A-8ADF-F1564E098649}" type="pres">
      <dgm:prSet presAssocID="{BB98DA36-3DD3-4150-A664-9156A849FF18}" presName="thickLine" presStyleLbl="alignNode1" presStyleIdx="0" presStyleCnt="7"/>
      <dgm:spPr/>
    </dgm:pt>
    <dgm:pt modelId="{725EECAD-0FE3-EF40-8A1F-AA80E7999D37}" type="pres">
      <dgm:prSet presAssocID="{BB98DA36-3DD3-4150-A664-9156A849FF18}" presName="horz1" presStyleCnt="0"/>
      <dgm:spPr/>
    </dgm:pt>
    <dgm:pt modelId="{39CB850E-EF62-954E-8FC3-B2FD4AB2C6EF}" type="pres">
      <dgm:prSet presAssocID="{BB98DA36-3DD3-4150-A664-9156A849FF18}" presName="tx1" presStyleLbl="revTx" presStyleIdx="0" presStyleCnt="7"/>
      <dgm:spPr/>
    </dgm:pt>
    <dgm:pt modelId="{4844F8EA-B4F2-7348-9076-DE03022277EC}" type="pres">
      <dgm:prSet presAssocID="{BB98DA36-3DD3-4150-A664-9156A849FF18}" presName="vert1" presStyleCnt="0"/>
      <dgm:spPr/>
    </dgm:pt>
    <dgm:pt modelId="{A7D1CA22-9FCC-0F44-9B91-24B4C101D364}" type="pres">
      <dgm:prSet presAssocID="{A0A62797-76A9-4490-941F-547244DF5B1B}" presName="thickLine" presStyleLbl="alignNode1" presStyleIdx="1" presStyleCnt="7"/>
      <dgm:spPr/>
    </dgm:pt>
    <dgm:pt modelId="{3D3947DA-B9E2-284B-830E-2E255E84138C}" type="pres">
      <dgm:prSet presAssocID="{A0A62797-76A9-4490-941F-547244DF5B1B}" presName="horz1" presStyleCnt="0"/>
      <dgm:spPr/>
    </dgm:pt>
    <dgm:pt modelId="{7582D2F1-D77A-9D4B-B99D-47BA60425A75}" type="pres">
      <dgm:prSet presAssocID="{A0A62797-76A9-4490-941F-547244DF5B1B}" presName="tx1" presStyleLbl="revTx" presStyleIdx="1" presStyleCnt="7"/>
      <dgm:spPr/>
    </dgm:pt>
    <dgm:pt modelId="{5B005F4E-94D4-2C45-B9EC-833B8E90BE7D}" type="pres">
      <dgm:prSet presAssocID="{A0A62797-76A9-4490-941F-547244DF5B1B}" presName="vert1" presStyleCnt="0"/>
      <dgm:spPr/>
    </dgm:pt>
    <dgm:pt modelId="{CE5ECCE1-E2D2-5741-B47D-8AB132C9C8AB}" type="pres">
      <dgm:prSet presAssocID="{3FB3F2E5-352A-47E0-8C63-A33DFC0F940A}" presName="thickLine" presStyleLbl="alignNode1" presStyleIdx="2" presStyleCnt="7"/>
      <dgm:spPr/>
    </dgm:pt>
    <dgm:pt modelId="{8DF5E8A8-5CF0-764D-9EF9-F19B9DCA5118}" type="pres">
      <dgm:prSet presAssocID="{3FB3F2E5-352A-47E0-8C63-A33DFC0F940A}" presName="horz1" presStyleCnt="0"/>
      <dgm:spPr/>
    </dgm:pt>
    <dgm:pt modelId="{FBE466FA-DF9A-3443-8720-EAB17F0BC21B}" type="pres">
      <dgm:prSet presAssocID="{3FB3F2E5-352A-47E0-8C63-A33DFC0F940A}" presName="tx1" presStyleLbl="revTx" presStyleIdx="2" presStyleCnt="7"/>
      <dgm:spPr/>
    </dgm:pt>
    <dgm:pt modelId="{E67E1460-968E-0348-8C2A-4DE03C25835B}" type="pres">
      <dgm:prSet presAssocID="{3FB3F2E5-352A-47E0-8C63-A33DFC0F940A}" presName="vert1" presStyleCnt="0"/>
      <dgm:spPr/>
    </dgm:pt>
    <dgm:pt modelId="{EB77D19F-7A28-2541-9446-510A2A0E354B}" type="pres">
      <dgm:prSet presAssocID="{A9F41942-D64C-4FA3-9FB4-6497242DF8F5}" presName="thickLine" presStyleLbl="alignNode1" presStyleIdx="3" presStyleCnt="7"/>
      <dgm:spPr/>
    </dgm:pt>
    <dgm:pt modelId="{7D25F685-0996-E047-AD87-B7CBF4ABDAB2}" type="pres">
      <dgm:prSet presAssocID="{A9F41942-D64C-4FA3-9FB4-6497242DF8F5}" presName="horz1" presStyleCnt="0"/>
      <dgm:spPr/>
    </dgm:pt>
    <dgm:pt modelId="{05981DBA-3405-3147-8100-018137B121C0}" type="pres">
      <dgm:prSet presAssocID="{A9F41942-D64C-4FA3-9FB4-6497242DF8F5}" presName="tx1" presStyleLbl="revTx" presStyleIdx="3" presStyleCnt="7"/>
      <dgm:spPr/>
    </dgm:pt>
    <dgm:pt modelId="{AEA1E65C-5C14-C04B-BD73-D086CF3D34F7}" type="pres">
      <dgm:prSet presAssocID="{A9F41942-D64C-4FA3-9FB4-6497242DF8F5}" presName="vert1" presStyleCnt="0"/>
      <dgm:spPr/>
    </dgm:pt>
    <dgm:pt modelId="{F4867106-4EA9-DC4F-BE5C-7AC6ECA2B016}" type="pres">
      <dgm:prSet presAssocID="{FAD90F58-0D03-450D-A58C-8D68383E9457}" presName="thickLine" presStyleLbl="alignNode1" presStyleIdx="4" presStyleCnt="7"/>
      <dgm:spPr/>
    </dgm:pt>
    <dgm:pt modelId="{FCF13724-752E-1C41-B30A-6649BDD88FEA}" type="pres">
      <dgm:prSet presAssocID="{FAD90F58-0D03-450D-A58C-8D68383E9457}" presName="horz1" presStyleCnt="0"/>
      <dgm:spPr/>
    </dgm:pt>
    <dgm:pt modelId="{B462925D-2FCD-134F-830F-DBD4D107BFF2}" type="pres">
      <dgm:prSet presAssocID="{FAD90F58-0D03-450D-A58C-8D68383E9457}" presName="tx1" presStyleLbl="revTx" presStyleIdx="4" presStyleCnt="7"/>
      <dgm:spPr/>
    </dgm:pt>
    <dgm:pt modelId="{B68DD449-9D04-8F41-9775-AFB4722774EE}" type="pres">
      <dgm:prSet presAssocID="{FAD90F58-0D03-450D-A58C-8D68383E9457}" presName="vert1" presStyleCnt="0"/>
      <dgm:spPr/>
    </dgm:pt>
    <dgm:pt modelId="{4FA4AC82-A815-1440-A906-F79415ACF77A}" type="pres">
      <dgm:prSet presAssocID="{97178C02-2E32-4948-90B1-638166F75E7A}" presName="thickLine" presStyleLbl="alignNode1" presStyleIdx="5" presStyleCnt="7"/>
      <dgm:spPr/>
    </dgm:pt>
    <dgm:pt modelId="{4067E3A4-3D61-8D4C-B1CA-401B0FAF1A36}" type="pres">
      <dgm:prSet presAssocID="{97178C02-2E32-4948-90B1-638166F75E7A}" presName="horz1" presStyleCnt="0"/>
      <dgm:spPr/>
    </dgm:pt>
    <dgm:pt modelId="{55323BB5-9C03-3048-B8B2-97C214F50B7D}" type="pres">
      <dgm:prSet presAssocID="{97178C02-2E32-4948-90B1-638166F75E7A}" presName="tx1" presStyleLbl="revTx" presStyleIdx="5" presStyleCnt="7"/>
      <dgm:spPr/>
    </dgm:pt>
    <dgm:pt modelId="{C80ACB08-C2E8-7C48-BD24-72F7A3A70B3E}" type="pres">
      <dgm:prSet presAssocID="{97178C02-2E32-4948-90B1-638166F75E7A}" presName="vert1" presStyleCnt="0"/>
      <dgm:spPr/>
    </dgm:pt>
    <dgm:pt modelId="{B64F59D9-D34D-604E-92F8-CA03C5870F91}" type="pres">
      <dgm:prSet presAssocID="{878D1CCA-1DA3-487B-ADB6-8641F4BC4F3A}" presName="thickLine" presStyleLbl="alignNode1" presStyleIdx="6" presStyleCnt="7"/>
      <dgm:spPr/>
    </dgm:pt>
    <dgm:pt modelId="{6E0449F3-8401-7947-9C87-763EE765FEF8}" type="pres">
      <dgm:prSet presAssocID="{878D1CCA-1DA3-487B-ADB6-8641F4BC4F3A}" presName="horz1" presStyleCnt="0"/>
      <dgm:spPr/>
    </dgm:pt>
    <dgm:pt modelId="{7B869C22-6AD9-6847-B8C1-06CC7D0B78B3}" type="pres">
      <dgm:prSet presAssocID="{878D1CCA-1DA3-487B-ADB6-8641F4BC4F3A}" presName="tx1" presStyleLbl="revTx" presStyleIdx="6" presStyleCnt="7"/>
      <dgm:spPr/>
    </dgm:pt>
    <dgm:pt modelId="{7ECBD2B4-188E-4641-B1EF-5A92DE8D8CAB}" type="pres">
      <dgm:prSet presAssocID="{878D1CCA-1DA3-487B-ADB6-8641F4BC4F3A}" presName="vert1" presStyleCnt="0"/>
      <dgm:spPr/>
    </dgm:pt>
  </dgm:ptLst>
  <dgm:cxnLst>
    <dgm:cxn modelId="{E733D704-C104-428E-9252-0607E9886F52}" srcId="{6F71A55F-4212-49AC-B0EC-AFA60CFA09F1}" destId="{A0A62797-76A9-4490-941F-547244DF5B1B}" srcOrd="1" destOrd="0" parTransId="{706D87C1-44D7-446A-8A23-75A4703C2785}" sibTransId="{BF3438D1-6AFC-404F-9FD5-DEF26035D24D}"/>
    <dgm:cxn modelId="{241C1013-C2D5-8443-A9D2-B5C13733146C}" type="presOf" srcId="{FAD90F58-0D03-450D-A58C-8D68383E9457}" destId="{B462925D-2FCD-134F-830F-DBD4D107BFF2}" srcOrd="0" destOrd="0" presId="urn:microsoft.com/office/officeart/2008/layout/LinedList"/>
    <dgm:cxn modelId="{06C9CE23-AC5C-4972-A700-C8E8C8D3CEA9}" srcId="{6F71A55F-4212-49AC-B0EC-AFA60CFA09F1}" destId="{3FB3F2E5-352A-47E0-8C63-A33DFC0F940A}" srcOrd="2" destOrd="0" parTransId="{B3039074-0F0C-4529-A13B-76A5D76D70A2}" sibTransId="{262AAB84-2600-4270-868B-B9641BD9F6DF}"/>
    <dgm:cxn modelId="{C47E8534-87E9-47A5-B09E-94A15E27A0AC}" srcId="{6F71A55F-4212-49AC-B0EC-AFA60CFA09F1}" destId="{97178C02-2E32-4948-90B1-638166F75E7A}" srcOrd="5" destOrd="0" parTransId="{69F48803-0C61-4118-8508-EE0F8DED3049}" sibTransId="{2A79C87B-E2C6-479D-9625-5A5712E2C40E}"/>
    <dgm:cxn modelId="{B5982C3B-48F5-9C48-9818-47C9F3787096}" type="presOf" srcId="{3FB3F2E5-352A-47E0-8C63-A33DFC0F940A}" destId="{FBE466FA-DF9A-3443-8720-EAB17F0BC21B}" srcOrd="0" destOrd="0" presId="urn:microsoft.com/office/officeart/2008/layout/LinedList"/>
    <dgm:cxn modelId="{ADD13D48-5AA1-3940-B7CE-F8DE3DC69A61}" type="presOf" srcId="{BB98DA36-3DD3-4150-A664-9156A849FF18}" destId="{39CB850E-EF62-954E-8FC3-B2FD4AB2C6EF}" srcOrd="0" destOrd="0" presId="urn:microsoft.com/office/officeart/2008/layout/LinedList"/>
    <dgm:cxn modelId="{E6E14348-ED92-2D44-8384-42B78C18BFF3}" type="presOf" srcId="{97178C02-2E32-4948-90B1-638166F75E7A}" destId="{55323BB5-9C03-3048-B8B2-97C214F50B7D}" srcOrd="0" destOrd="0" presId="urn:microsoft.com/office/officeart/2008/layout/LinedList"/>
    <dgm:cxn modelId="{7F877E6F-43CD-0B4B-8C1C-E6FF77E552C2}" type="presOf" srcId="{878D1CCA-1DA3-487B-ADB6-8641F4BC4F3A}" destId="{7B869C22-6AD9-6847-B8C1-06CC7D0B78B3}" srcOrd="0" destOrd="0" presId="urn:microsoft.com/office/officeart/2008/layout/LinedList"/>
    <dgm:cxn modelId="{68EA3B70-B906-ED4A-8E65-8B243C2CABAC}" type="presOf" srcId="{A0A62797-76A9-4490-941F-547244DF5B1B}" destId="{7582D2F1-D77A-9D4B-B99D-47BA60425A75}" srcOrd="0" destOrd="0" presId="urn:microsoft.com/office/officeart/2008/layout/LinedList"/>
    <dgm:cxn modelId="{FB1C3F50-E760-164A-A0A3-88B485AB7682}" type="presOf" srcId="{A9F41942-D64C-4FA3-9FB4-6497242DF8F5}" destId="{05981DBA-3405-3147-8100-018137B121C0}" srcOrd="0" destOrd="0" presId="urn:microsoft.com/office/officeart/2008/layout/LinedList"/>
    <dgm:cxn modelId="{0D5C5897-3A15-4E74-B013-AF66435D1181}" srcId="{6F71A55F-4212-49AC-B0EC-AFA60CFA09F1}" destId="{878D1CCA-1DA3-487B-ADB6-8641F4BC4F3A}" srcOrd="6" destOrd="0" parTransId="{1D7A0C90-2930-41F2-9B71-0172EFAC5ED4}" sibTransId="{3FD9DDF9-09E9-43F0-8F5B-DEB002A45B71}"/>
    <dgm:cxn modelId="{2B601BA2-5021-4E85-B5D5-97F947490BEB}" srcId="{6F71A55F-4212-49AC-B0EC-AFA60CFA09F1}" destId="{FAD90F58-0D03-450D-A58C-8D68383E9457}" srcOrd="4" destOrd="0" parTransId="{3CD2FEE5-8C33-492D-9AB6-6F23881CB8E0}" sibTransId="{52BE46A5-D7ED-4F76-8E82-C85234DAEAB8}"/>
    <dgm:cxn modelId="{BCB09FAC-3E9E-4968-BC05-13F9A0C7C514}" srcId="{6F71A55F-4212-49AC-B0EC-AFA60CFA09F1}" destId="{A9F41942-D64C-4FA3-9FB4-6497242DF8F5}" srcOrd="3" destOrd="0" parTransId="{B5A09FF9-2885-41CE-BE2D-8D20DF165E7B}" sibTransId="{FC69840A-6EBF-4CA2-8152-C1EFF2824288}"/>
    <dgm:cxn modelId="{95B956C6-E005-455A-B144-5EC9233B89E3}" srcId="{6F71A55F-4212-49AC-B0EC-AFA60CFA09F1}" destId="{BB98DA36-3DD3-4150-A664-9156A849FF18}" srcOrd="0" destOrd="0" parTransId="{B8E7D8EF-C5E0-45E0-B17A-6B91A4887D67}" sibTransId="{7BB67AAE-3FFE-496F-8FD9-2CD3A393DCB6}"/>
    <dgm:cxn modelId="{B08F4DED-6240-8D46-82E8-E2FB333C8A02}" type="presOf" srcId="{6F71A55F-4212-49AC-B0EC-AFA60CFA09F1}" destId="{CFEDE452-C20F-8C46-B58B-B34722EE1019}" srcOrd="0" destOrd="0" presId="urn:microsoft.com/office/officeart/2008/layout/LinedList"/>
    <dgm:cxn modelId="{47A5E3DE-1235-5D48-9E4B-EBDCD3FC14B9}" type="presParOf" srcId="{CFEDE452-C20F-8C46-B58B-B34722EE1019}" destId="{FE40B5EC-B0F2-EC4A-8ADF-F1564E098649}" srcOrd="0" destOrd="0" presId="urn:microsoft.com/office/officeart/2008/layout/LinedList"/>
    <dgm:cxn modelId="{FF6E9FAC-F39F-7D45-A58B-E4FB4A557860}" type="presParOf" srcId="{CFEDE452-C20F-8C46-B58B-B34722EE1019}" destId="{725EECAD-0FE3-EF40-8A1F-AA80E7999D37}" srcOrd="1" destOrd="0" presId="urn:microsoft.com/office/officeart/2008/layout/LinedList"/>
    <dgm:cxn modelId="{7B9D1505-40BB-4743-A02F-4DEB8FC7BC06}" type="presParOf" srcId="{725EECAD-0FE3-EF40-8A1F-AA80E7999D37}" destId="{39CB850E-EF62-954E-8FC3-B2FD4AB2C6EF}" srcOrd="0" destOrd="0" presId="urn:microsoft.com/office/officeart/2008/layout/LinedList"/>
    <dgm:cxn modelId="{80F2F50C-4A19-1745-A669-B14DE4552BFE}" type="presParOf" srcId="{725EECAD-0FE3-EF40-8A1F-AA80E7999D37}" destId="{4844F8EA-B4F2-7348-9076-DE03022277EC}" srcOrd="1" destOrd="0" presId="urn:microsoft.com/office/officeart/2008/layout/LinedList"/>
    <dgm:cxn modelId="{770F8A4D-1D22-9C43-8255-58EF226EF8D1}" type="presParOf" srcId="{CFEDE452-C20F-8C46-B58B-B34722EE1019}" destId="{A7D1CA22-9FCC-0F44-9B91-24B4C101D364}" srcOrd="2" destOrd="0" presId="urn:microsoft.com/office/officeart/2008/layout/LinedList"/>
    <dgm:cxn modelId="{5140211D-29CB-6C44-91E6-46F0FBB6EBBE}" type="presParOf" srcId="{CFEDE452-C20F-8C46-B58B-B34722EE1019}" destId="{3D3947DA-B9E2-284B-830E-2E255E84138C}" srcOrd="3" destOrd="0" presId="urn:microsoft.com/office/officeart/2008/layout/LinedList"/>
    <dgm:cxn modelId="{A6DC9485-5B4C-7447-8AD2-5A32684227C7}" type="presParOf" srcId="{3D3947DA-B9E2-284B-830E-2E255E84138C}" destId="{7582D2F1-D77A-9D4B-B99D-47BA60425A75}" srcOrd="0" destOrd="0" presId="urn:microsoft.com/office/officeart/2008/layout/LinedList"/>
    <dgm:cxn modelId="{71FE1A49-D662-9A4B-A038-26999396ACDC}" type="presParOf" srcId="{3D3947DA-B9E2-284B-830E-2E255E84138C}" destId="{5B005F4E-94D4-2C45-B9EC-833B8E90BE7D}" srcOrd="1" destOrd="0" presId="urn:microsoft.com/office/officeart/2008/layout/LinedList"/>
    <dgm:cxn modelId="{F7E31A35-477E-4E43-9B29-EEF7D082AAFB}" type="presParOf" srcId="{CFEDE452-C20F-8C46-B58B-B34722EE1019}" destId="{CE5ECCE1-E2D2-5741-B47D-8AB132C9C8AB}" srcOrd="4" destOrd="0" presId="urn:microsoft.com/office/officeart/2008/layout/LinedList"/>
    <dgm:cxn modelId="{05A97BF4-3EDC-4049-8DE1-0E2D274BB336}" type="presParOf" srcId="{CFEDE452-C20F-8C46-B58B-B34722EE1019}" destId="{8DF5E8A8-5CF0-764D-9EF9-F19B9DCA5118}" srcOrd="5" destOrd="0" presId="urn:microsoft.com/office/officeart/2008/layout/LinedList"/>
    <dgm:cxn modelId="{71733BEF-C9C7-5F48-A988-25D7A6E9BEE4}" type="presParOf" srcId="{8DF5E8A8-5CF0-764D-9EF9-F19B9DCA5118}" destId="{FBE466FA-DF9A-3443-8720-EAB17F0BC21B}" srcOrd="0" destOrd="0" presId="urn:microsoft.com/office/officeart/2008/layout/LinedList"/>
    <dgm:cxn modelId="{4DE50B76-5129-104B-ADCA-819973AF9B2B}" type="presParOf" srcId="{8DF5E8A8-5CF0-764D-9EF9-F19B9DCA5118}" destId="{E67E1460-968E-0348-8C2A-4DE03C25835B}" srcOrd="1" destOrd="0" presId="urn:microsoft.com/office/officeart/2008/layout/LinedList"/>
    <dgm:cxn modelId="{330A1095-DE82-3144-91FC-550F22259CF3}" type="presParOf" srcId="{CFEDE452-C20F-8C46-B58B-B34722EE1019}" destId="{EB77D19F-7A28-2541-9446-510A2A0E354B}" srcOrd="6" destOrd="0" presId="urn:microsoft.com/office/officeart/2008/layout/LinedList"/>
    <dgm:cxn modelId="{C934E082-3E9C-8943-B593-9C599A243C8B}" type="presParOf" srcId="{CFEDE452-C20F-8C46-B58B-B34722EE1019}" destId="{7D25F685-0996-E047-AD87-B7CBF4ABDAB2}" srcOrd="7" destOrd="0" presId="urn:microsoft.com/office/officeart/2008/layout/LinedList"/>
    <dgm:cxn modelId="{02257B5B-E784-3043-9F3C-4BDDA9C89D76}" type="presParOf" srcId="{7D25F685-0996-E047-AD87-B7CBF4ABDAB2}" destId="{05981DBA-3405-3147-8100-018137B121C0}" srcOrd="0" destOrd="0" presId="urn:microsoft.com/office/officeart/2008/layout/LinedList"/>
    <dgm:cxn modelId="{7546EA19-01BB-FE46-8E3B-347E47796227}" type="presParOf" srcId="{7D25F685-0996-E047-AD87-B7CBF4ABDAB2}" destId="{AEA1E65C-5C14-C04B-BD73-D086CF3D34F7}" srcOrd="1" destOrd="0" presId="urn:microsoft.com/office/officeart/2008/layout/LinedList"/>
    <dgm:cxn modelId="{6966E9FB-8C89-B544-8A30-1C9A4E0A109C}" type="presParOf" srcId="{CFEDE452-C20F-8C46-B58B-B34722EE1019}" destId="{F4867106-4EA9-DC4F-BE5C-7AC6ECA2B016}" srcOrd="8" destOrd="0" presId="urn:microsoft.com/office/officeart/2008/layout/LinedList"/>
    <dgm:cxn modelId="{1DEEB4E5-FB0F-CA4C-ACD8-29D24B0F5BFF}" type="presParOf" srcId="{CFEDE452-C20F-8C46-B58B-B34722EE1019}" destId="{FCF13724-752E-1C41-B30A-6649BDD88FEA}" srcOrd="9" destOrd="0" presId="urn:microsoft.com/office/officeart/2008/layout/LinedList"/>
    <dgm:cxn modelId="{7AAAE881-9030-A34D-AB77-4EAC80B80390}" type="presParOf" srcId="{FCF13724-752E-1C41-B30A-6649BDD88FEA}" destId="{B462925D-2FCD-134F-830F-DBD4D107BFF2}" srcOrd="0" destOrd="0" presId="urn:microsoft.com/office/officeart/2008/layout/LinedList"/>
    <dgm:cxn modelId="{D2742FD5-A04E-0A4E-84B4-BE9C6739FBA1}" type="presParOf" srcId="{FCF13724-752E-1C41-B30A-6649BDD88FEA}" destId="{B68DD449-9D04-8F41-9775-AFB4722774EE}" srcOrd="1" destOrd="0" presId="urn:microsoft.com/office/officeart/2008/layout/LinedList"/>
    <dgm:cxn modelId="{AEC10ED1-6599-8C4A-8813-9D7EF45079D7}" type="presParOf" srcId="{CFEDE452-C20F-8C46-B58B-B34722EE1019}" destId="{4FA4AC82-A815-1440-A906-F79415ACF77A}" srcOrd="10" destOrd="0" presId="urn:microsoft.com/office/officeart/2008/layout/LinedList"/>
    <dgm:cxn modelId="{CB7082A8-C643-1C48-A4B3-4C67BA7A8B10}" type="presParOf" srcId="{CFEDE452-C20F-8C46-B58B-B34722EE1019}" destId="{4067E3A4-3D61-8D4C-B1CA-401B0FAF1A36}" srcOrd="11" destOrd="0" presId="urn:microsoft.com/office/officeart/2008/layout/LinedList"/>
    <dgm:cxn modelId="{0067D879-EF8D-4E4D-8BCD-165CFF85A859}" type="presParOf" srcId="{4067E3A4-3D61-8D4C-B1CA-401B0FAF1A36}" destId="{55323BB5-9C03-3048-B8B2-97C214F50B7D}" srcOrd="0" destOrd="0" presId="urn:microsoft.com/office/officeart/2008/layout/LinedList"/>
    <dgm:cxn modelId="{0AFEB43F-1142-FC40-A6C6-15B363525542}" type="presParOf" srcId="{4067E3A4-3D61-8D4C-B1CA-401B0FAF1A36}" destId="{C80ACB08-C2E8-7C48-BD24-72F7A3A70B3E}" srcOrd="1" destOrd="0" presId="urn:microsoft.com/office/officeart/2008/layout/LinedList"/>
    <dgm:cxn modelId="{43A4EF36-B65D-BA4E-98D7-D50BC91A60D9}" type="presParOf" srcId="{CFEDE452-C20F-8C46-B58B-B34722EE1019}" destId="{B64F59D9-D34D-604E-92F8-CA03C5870F91}" srcOrd="12" destOrd="0" presId="urn:microsoft.com/office/officeart/2008/layout/LinedList"/>
    <dgm:cxn modelId="{FFF11DD2-2779-CC49-A9E2-851C168300CE}" type="presParOf" srcId="{CFEDE452-C20F-8C46-B58B-B34722EE1019}" destId="{6E0449F3-8401-7947-9C87-763EE765FEF8}" srcOrd="13" destOrd="0" presId="urn:microsoft.com/office/officeart/2008/layout/LinedList"/>
    <dgm:cxn modelId="{AF695E87-9DB3-F144-AE0F-F4856CBABA7F}" type="presParOf" srcId="{6E0449F3-8401-7947-9C87-763EE765FEF8}" destId="{7B869C22-6AD9-6847-B8C1-06CC7D0B78B3}" srcOrd="0" destOrd="0" presId="urn:microsoft.com/office/officeart/2008/layout/LinedList"/>
    <dgm:cxn modelId="{9749EF27-3075-D14C-B263-A5A345873505}" type="presParOf" srcId="{6E0449F3-8401-7947-9C87-763EE765FEF8}" destId="{7ECBD2B4-188E-4641-B1EF-5A92DE8D8C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B30F34-5847-4149-8644-5A8886AC518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03A213B-6D43-4B08-823A-29AAD47F9861}">
      <dgm:prSet/>
      <dgm:spPr/>
      <dgm:t>
        <a:bodyPr/>
        <a:lstStyle/>
        <a:p>
          <a:r>
            <a:rPr lang="en-US" dirty="0"/>
            <a:t>Hypothesis: If we do X → Y will happen</a:t>
          </a:r>
        </a:p>
      </dgm:t>
    </dgm:pt>
    <dgm:pt modelId="{D6C97D49-69D5-41B3-A77D-AFE9B6410CDB}" type="parTrans" cxnId="{60DA86B5-64F3-4A36-9206-C5724CCB30D1}">
      <dgm:prSet/>
      <dgm:spPr/>
      <dgm:t>
        <a:bodyPr/>
        <a:lstStyle/>
        <a:p>
          <a:endParaRPr lang="en-US"/>
        </a:p>
      </dgm:t>
    </dgm:pt>
    <dgm:pt modelId="{2A75D888-84B1-4359-BB29-364AF631D596}" type="sibTrans" cxnId="{60DA86B5-64F3-4A36-9206-C5724CCB30D1}">
      <dgm:prSet/>
      <dgm:spPr/>
      <dgm:t>
        <a:bodyPr/>
        <a:lstStyle/>
        <a:p>
          <a:endParaRPr lang="en-US"/>
        </a:p>
      </dgm:t>
    </dgm:pt>
    <dgm:pt modelId="{A1862002-B049-4FF3-B988-570F619EC78B}">
      <dgm:prSet/>
      <dgm:spPr/>
      <dgm:t>
        <a:bodyPr/>
        <a:lstStyle/>
        <a:p>
          <a:r>
            <a:rPr lang="en-US" dirty="0"/>
            <a:t>What we are testing:</a:t>
          </a:r>
        </a:p>
      </dgm:t>
    </dgm:pt>
    <dgm:pt modelId="{B680363E-754B-477E-9E20-D73D3802E438}" type="parTrans" cxnId="{BE23C184-A9A1-4A56-82A3-3C4A616663F1}">
      <dgm:prSet/>
      <dgm:spPr/>
      <dgm:t>
        <a:bodyPr/>
        <a:lstStyle/>
        <a:p>
          <a:endParaRPr lang="en-US"/>
        </a:p>
      </dgm:t>
    </dgm:pt>
    <dgm:pt modelId="{37E259A0-CE3B-4E25-A885-8ADD0BD57B6C}" type="sibTrans" cxnId="{BE23C184-A9A1-4A56-82A3-3C4A616663F1}">
      <dgm:prSet/>
      <dgm:spPr/>
      <dgm:t>
        <a:bodyPr/>
        <a:lstStyle/>
        <a:p>
          <a:endParaRPr lang="en-US"/>
        </a:p>
      </dgm:t>
    </dgm:pt>
    <dgm:pt modelId="{9BF4C014-2C43-4524-9D07-FD9B9EB84507}">
      <dgm:prSet/>
      <dgm:spPr/>
      <dgm:t>
        <a:bodyPr/>
        <a:lstStyle/>
        <a:p>
          <a:r>
            <a:rPr lang="en-US" dirty="0"/>
            <a:t>Success Metrics:</a:t>
          </a:r>
        </a:p>
      </dgm:t>
    </dgm:pt>
    <dgm:pt modelId="{359459D9-312D-48D1-ADB2-905AA30A13EB}" type="parTrans" cxnId="{700B7F56-C875-4090-B50B-6278C7F62921}">
      <dgm:prSet/>
      <dgm:spPr/>
      <dgm:t>
        <a:bodyPr/>
        <a:lstStyle/>
        <a:p>
          <a:endParaRPr lang="en-US"/>
        </a:p>
      </dgm:t>
    </dgm:pt>
    <dgm:pt modelId="{6680C4AA-73FC-409F-8518-7A0C3F520B64}" type="sibTrans" cxnId="{700B7F56-C875-4090-B50B-6278C7F62921}">
      <dgm:prSet/>
      <dgm:spPr/>
      <dgm:t>
        <a:bodyPr/>
        <a:lstStyle/>
        <a:p>
          <a:endParaRPr lang="en-US"/>
        </a:p>
      </dgm:t>
    </dgm:pt>
    <dgm:pt modelId="{AFF650EE-38ED-4FE0-9792-C6E1DCC271E3}">
      <dgm:prSet/>
      <dgm:spPr/>
      <dgm:t>
        <a:bodyPr/>
        <a:lstStyle/>
        <a:p>
          <a:r>
            <a:rPr lang="en-US" dirty="0"/>
            <a:t>- Adoption %</a:t>
          </a:r>
        </a:p>
      </dgm:t>
    </dgm:pt>
    <dgm:pt modelId="{3DA4BBBB-C884-4FD0-83C9-D68996D0187C}" type="parTrans" cxnId="{58EFB8B5-2DAD-461D-9C97-E9DCC3686788}">
      <dgm:prSet/>
      <dgm:spPr/>
      <dgm:t>
        <a:bodyPr/>
        <a:lstStyle/>
        <a:p>
          <a:endParaRPr lang="en-US"/>
        </a:p>
      </dgm:t>
    </dgm:pt>
    <dgm:pt modelId="{47097F06-E72C-4714-8F3B-8EB178CEC133}" type="sibTrans" cxnId="{58EFB8B5-2DAD-461D-9C97-E9DCC3686788}">
      <dgm:prSet/>
      <dgm:spPr/>
      <dgm:t>
        <a:bodyPr/>
        <a:lstStyle/>
        <a:p>
          <a:endParaRPr lang="en-US"/>
        </a:p>
      </dgm:t>
    </dgm:pt>
    <dgm:pt modelId="{35B8CC65-E507-4F8A-8350-4A0018412263}">
      <dgm:prSet/>
      <dgm:spPr/>
      <dgm:t>
        <a:bodyPr/>
        <a:lstStyle/>
        <a:p>
          <a:r>
            <a:rPr lang="en-US"/>
            <a:t>- Engagement %</a:t>
          </a:r>
        </a:p>
      </dgm:t>
    </dgm:pt>
    <dgm:pt modelId="{C1AE5ED7-FCF9-46DF-B938-A26A34D813B7}" type="parTrans" cxnId="{2F2A8A6E-F902-4AE5-BC3B-828174D789E8}">
      <dgm:prSet/>
      <dgm:spPr/>
      <dgm:t>
        <a:bodyPr/>
        <a:lstStyle/>
        <a:p>
          <a:endParaRPr lang="en-US"/>
        </a:p>
      </dgm:t>
    </dgm:pt>
    <dgm:pt modelId="{A221AB1C-219E-42C5-AB95-7F69A154FF85}" type="sibTrans" cxnId="{2F2A8A6E-F902-4AE5-BC3B-828174D789E8}">
      <dgm:prSet/>
      <dgm:spPr/>
      <dgm:t>
        <a:bodyPr/>
        <a:lstStyle/>
        <a:p>
          <a:endParaRPr lang="en-US"/>
        </a:p>
      </dgm:t>
    </dgm:pt>
    <dgm:pt modelId="{5CE6BDD3-7099-4508-8649-44EB1C88F12F}">
      <dgm:prSet/>
      <dgm:spPr/>
      <dgm:t>
        <a:bodyPr/>
        <a:lstStyle/>
        <a:p>
          <a:r>
            <a:rPr lang="en-US"/>
            <a:t>- Willingness to pay</a:t>
          </a:r>
        </a:p>
      </dgm:t>
    </dgm:pt>
    <dgm:pt modelId="{D666F55F-6BD4-4917-9655-87D5C134F74B}" type="parTrans" cxnId="{EB2986B1-237F-41FB-B9C9-89D346DACB53}">
      <dgm:prSet/>
      <dgm:spPr/>
      <dgm:t>
        <a:bodyPr/>
        <a:lstStyle/>
        <a:p>
          <a:endParaRPr lang="en-US"/>
        </a:p>
      </dgm:t>
    </dgm:pt>
    <dgm:pt modelId="{E3460BB6-C27B-4186-923E-13201DD09F00}" type="sibTrans" cxnId="{EB2986B1-237F-41FB-B9C9-89D346DACB53}">
      <dgm:prSet/>
      <dgm:spPr/>
      <dgm:t>
        <a:bodyPr/>
        <a:lstStyle/>
        <a:p>
          <a:endParaRPr lang="en-US"/>
        </a:p>
      </dgm:t>
    </dgm:pt>
    <dgm:pt modelId="{A59BE94F-F23F-4FCC-8E21-22B6E2CA47FB}">
      <dgm:prSet/>
      <dgm:spPr/>
      <dgm:t>
        <a:bodyPr/>
        <a:lstStyle/>
        <a:p>
          <a:r>
            <a:rPr lang="en-US" dirty="0"/>
            <a:t>Learning: Validate problem-solution fit</a:t>
          </a:r>
        </a:p>
      </dgm:t>
    </dgm:pt>
    <dgm:pt modelId="{CC892135-E2AF-4436-8746-CD8F250A6115}" type="parTrans" cxnId="{C74A6105-3086-4B4B-A5C6-44982EE1161C}">
      <dgm:prSet/>
      <dgm:spPr/>
      <dgm:t>
        <a:bodyPr/>
        <a:lstStyle/>
        <a:p>
          <a:endParaRPr lang="en-US"/>
        </a:p>
      </dgm:t>
    </dgm:pt>
    <dgm:pt modelId="{2E10F54F-EE35-4C99-A82F-0ED79DA1750D}" type="sibTrans" cxnId="{C74A6105-3086-4B4B-A5C6-44982EE1161C}">
      <dgm:prSet/>
      <dgm:spPr/>
      <dgm:t>
        <a:bodyPr/>
        <a:lstStyle/>
        <a:p>
          <a:endParaRPr lang="en-US"/>
        </a:p>
      </dgm:t>
    </dgm:pt>
    <dgm:pt modelId="{7F44B36E-A342-4F66-98B2-AC4C3B436122}">
      <dgm:prSet/>
      <dgm:spPr/>
      <dgm:t>
        <a:bodyPr/>
        <a:lstStyle/>
        <a:p>
          <a:r>
            <a:rPr lang="en-US"/>
            <a:t>- Assumption 1</a:t>
          </a:r>
          <a:endParaRPr lang="en-US" dirty="0"/>
        </a:p>
      </dgm:t>
    </dgm:pt>
    <dgm:pt modelId="{89DBA145-FA87-4461-A60E-00F576A249BD}" type="sibTrans" cxnId="{29F2228C-4E53-4374-95F9-9B5C2B09561B}">
      <dgm:prSet/>
      <dgm:spPr/>
      <dgm:t>
        <a:bodyPr/>
        <a:lstStyle/>
        <a:p>
          <a:endParaRPr lang="en-US"/>
        </a:p>
      </dgm:t>
    </dgm:pt>
    <dgm:pt modelId="{5400137A-5ED9-4C75-BD9A-E81C15A79456}" type="parTrans" cxnId="{29F2228C-4E53-4374-95F9-9B5C2B09561B}">
      <dgm:prSet/>
      <dgm:spPr/>
      <dgm:t>
        <a:bodyPr/>
        <a:lstStyle/>
        <a:p>
          <a:endParaRPr lang="en-US"/>
        </a:p>
      </dgm:t>
    </dgm:pt>
    <dgm:pt modelId="{6F747D55-1125-462E-82AB-BDCFB992288C}">
      <dgm:prSet/>
      <dgm:spPr/>
      <dgm:t>
        <a:bodyPr/>
        <a:lstStyle/>
        <a:p>
          <a:r>
            <a:rPr lang="en-US"/>
            <a:t>- Assumption </a:t>
          </a:r>
          <a:r>
            <a:rPr lang="en-US" dirty="0"/>
            <a:t>2</a:t>
          </a:r>
        </a:p>
      </dgm:t>
    </dgm:pt>
    <dgm:pt modelId="{F1014356-8C3D-49A3-A39F-0F39C79EDDCB}" type="sibTrans" cxnId="{741A5B15-1760-4225-87A2-C5C1EBD5809F}">
      <dgm:prSet/>
      <dgm:spPr/>
      <dgm:t>
        <a:bodyPr/>
        <a:lstStyle/>
        <a:p>
          <a:endParaRPr lang="en-US"/>
        </a:p>
      </dgm:t>
    </dgm:pt>
    <dgm:pt modelId="{7F9B66FE-3742-4553-80D4-196EE29D825B}" type="parTrans" cxnId="{741A5B15-1760-4225-87A2-C5C1EBD5809F}">
      <dgm:prSet/>
      <dgm:spPr/>
      <dgm:t>
        <a:bodyPr/>
        <a:lstStyle/>
        <a:p>
          <a:endParaRPr lang="en-US"/>
        </a:p>
      </dgm:t>
    </dgm:pt>
    <dgm:pt modelId="{94994061-9990-0F46-9651-610EEEB53680}" type="pres">
      <dgm:prSet presAssocID="{E1B30F34-5847-4149-8644-5A8886AC5187}" presName="vert0" presStyleCnt="0">
        <dgm:presLayoutVars>
          <dgm:dir/>
          <dgm:animOne val="branch"/>
          <dgm:animLvl val="lvl"/>
        </dgm:presLayoutVars>
      </dgm:prSet>
      <dgm:spPr/>
    </dgm:pt>
    <dgm:pt modelId="{BCC782DA-4961-4842-84F0-4B32BF8203FD}" type="pres">
      <dgm:prSet presAssocID="{903A213B-6D43-4B08-823A-29AAD47F9861}" presName="thickLine" presStyleLbl="alignNode1" presStyleIdx="0" presStyleCnt="9"/>
      <dgm:spPr/>
    </dgm:pt>
    <dgm:pt modelId="{986AC4F9-A5FA-AC4C-9DE4-F1552F8755C2}" type="pres">
      <dgm:prSet presAssocID="{903A213B-6D43-4B08-823A-29AAD47F9861}" presName="horz1" presStyleCnt="0"/>
      <dgm:spPr/>
    </dgm:pt>
    <dgm:pt modelId="{49BB1FAD-D812-644C-BD9F-390F397B6843}" type="pres">
      <dgm:prSet presAssocID="{903A213B-6D43-4B08-823A-29AAD47F9861}" presName="tx1" presStyleLbl="revTx" presStyleIdx="0" presStyleCnt="9"/>
      <dgm:spPr/>
    </dgm:pt>
    <dgm:pt modelId="{3BC36EB6-3EF7-214F-88F7-6C890FD8D38C}" type="pres">
      <dgm:prSet presAssocID="{903A213B-6D43-4B08-823A-29AAD47F9861}" presName="vert1" presStyleCnt="0"/>
      <dgm:spPr/>
    </dgm:pt>
    <dgm:pt modelId="{93F54457-0318-2444-B1AB-3F0271BA24B0}" type="pres">
      <dgm:prSet presAssocID="{A1862002-B049-4FF3-B988-570F619EC78B}" presName="thickLine" presStyleLbl="alignNode1" presStyleIdx="1" presStyleCnt="9"/>
      <dgm:spPr/>
    </dgm:pt>
    <dgm:pt modelId="{2CC96501-1DF0-6A43-B05F-AD22764EF8BA}" type="pres">
      <dgm:prSet presAssocID="{A1862002-B049-4FF3-B988-570F619EC78B}" presName="horz1" presStyleCnt="0"/>
      <dgm:spPr/>
    </dgm:pt>
    <dgm:pt modelId="{F9543BAA-5E09-0640-9271-458C8E427FEC}" type="pres">
      <dgm:prSet presAssocID="{A1862002-B049-4FF3-B988-570F619EC78B}" presName="tx1" presStyleLbl="revTx" presStyleIdx="1" presStyleCnt="9"/>
      <dgm:spPr/>
    </dgm:pt>
    <dgm:pt modelId="{BDBF46AD-444A-1640-9C65-FED04C9579F1}" type="pres">
      <dgm:prSet presAssocID="{A1862002-B049-4FF3-B988-570F619EC78B}" presName="vert1" presStyleCnt="0"/>
      <dgm:spPr/>
    </dgm:pt>
    <dgm:pt modelId="{2929862E-B697-3A44-8C74-CCA2014D35C0}" type="pres">
      <dgm:prSet presAssocID="{7F44B36E-A342-4F66-98B2-AC4C3B436122}" presName="thickLine" presStyleLbl="alignNode1" presStyleIdx="2" presStyleCnt="9"/>
      <dgm:spPr/>
    </dgm:pt>
    <dgm:pt modelId="{42261790-AD5E-7F4D-BB99-AB658E605BE0}" type="pres">
      <dgm:prSet presAssocID="{7F44B36E-A342-4F66-98B2-AC4C3B436122}" presName="horz1" presStyleCnt="0"/>
      <dgm:spPr/>
    </dgm:pt>
    <dgm:pt modelId="{1B35BFF0-4611-574D-83D0-23ADF965E2F1}" type="pres">
      <dgm:prSet presAssocID="{7F44B36E-A342-4F66-98B2-AC4C3B436122}" presName="tx1" presStyleLbl="revTx" presStyleIdx="2" presStyleCnt="9"/>
      <dgm:spPr/>
    </dgm:pt>
    <dgm:pt modelId="{C74453B1-15CE-8F43-A8FE-11A3E3B40C12}" type="pres">
      <dgm:prSet presAssocID="{7F44B36E-A342-4F66-98B2-AC4C3B436122}" presName="vert1" presStyleCnt="0"/>
      <dgm:spPr/>
    </dgm:pt>
    <dgm:pt modelId="{53381260-BD38-F340-9DD6-761D30014409}" type="pres">
      <dgm:prSet presAssocID="{6F747D55-1125-462E-82AB-BDCFB992288C}" presName="thickLine" presStyleLbl="alignNode1" presStyleIdx="3" presStyleCnt="9"/>
      <dgm:spPr/>
    </dgm:pt>
    <dgm:pt modelId="{48D24C44-50F6-2646-ACE6-D9C7098F1131}" type="pres">
      <dgm:prSet presAssocID="{6F747D55-1125-462E-82AB-BDCFB992288C}" presName="horz1" presStyleCnt="0"/>
      <dgm:spPr/>
    </dgm:pt>
    <dgm:pt modelId="{014E94EA-DCF1-F145-B981-49D2F9E3C049}" type="pres">
      <dgm:prSet presAssocID="{6F747D55-1125-462E-82AB-BDCFB992288C}" presName="tx1" presStyleLbl="revTx" presStyleIdx="3" presStyleCnt="9"/>
      <dgm:spPr/>
    </dgm:pt>
    <dgm:pt modelId="{DE81BAC5-418F-6C42-B1F7-D14B965B3531}" type="pres">
      <dgm:prSet presAssocID="{6F747D55-1125-462E-82AB-BDCFB992288C}" presName="vert1" presStyleCnt="0"/>
      <dgm:spPr/>
    </dgm:pt>
    <dgm:pt modelId="{24722CD5-20EC-C746-A613-DE12E1F6F48D}" type="pres">
      <dgm:prSet presAssocID="{9BF4C014-2C43-4524-9D07-FD9B9EB84507}" presName="thickLine" presStyleLbl="alignNode1" presStyleIdx="4" presStyleCnt="9"/>
      <dgm:spPr/>
    </dgm:pt>
    <dgm:pt modelId="{62339722-90C1-9946-838A-6CB2A05104C7}" type="pres">
      <dgm:prSet presAssocID="{9BF4C014-2C43-4524-9D07-FD9B9EB84507}" presName="horz1" presStyleCnt="0"/>
      <dgm:spPr/>
    </dgm:pt>
    <dgm:pt modelId="{D038A7AF-4A5C-DF45-88E4-2A98FC3BB589}" type="pres">
      <dgm:prSet presAssocID="{9BF4C014-2C43-4524-9D07-FD9B9EB84507}" presName="tx1" presStyleLbl="revTx" presStyleIdx="4" presStyleCnt="9"/>
      <dgm:spPr/>
    </dgm:pt>
    <dgm:pt modelId="{CCC33456-8BB6-2743-AE07-232B9E3BF3C9}" type="pres">
      <dgm:prSet presAssocID="{9BF4C014-2C43-4524-9D07-FD9B9EB84507}" presName="vert1" presStyleCnt="0"/>
      <dgm:spPr/>
    </dgm:pt>
    <dgm:pt modelId="{782BE44B-974F-0F44-B31D-30B27B808882}" type="pres">
      <dgm:prSet presAssocID="{AFF650EE-38ED-4FE0-9792-C6E1DCC271E3}" presName="thickLine" presStyleLbl="alignNode1" presStyleIdx="5" presStyleCnt="9"/>
      <dgm:spPr/>
    </dgm:pt>
    <dgm:pt modelId="{0AA71823-625D-954F-AB3F-14627F6BEC1F}" type="pres">
      <dgm:prSet presAssocID="{AFF650EE-38ED-4FE0-9792-C6E1DCC271E3}" presName="horz1" presStyleCnt="0"/>
      <dgm:spPr/>
    </dgm:pt>
    <dgm:pt modelId="{A4832E82-28C5-8442-971B-E52C8A3499D3}" type="pres">
      <dgm:prSet presAssocID="{AFF650EE-38ED-4FE0-9792-C6E1DCC271E3}" presName="tx1" presStyleLbl="revTx" presStyleIdx="5" presStyleCnt="9"/>
      <dgm:spPr/>
    </dgm:pt>
    <dgm:pt modelId="{05FB927E-FD60-E448-9329-584363AA63D4}" type="pres">
      <dgm:prSet presAssocID="{AFF650EE-38ED-4FE0-9792-C6E1DCC271E3}" presName="vert1" presStyleCnt="0"/>
      <dgm:spPr/>
    </dgm:pt>
    <dgm:pt modelId="{FDBD0C30-DB10-9441-89C7-1F0FA69D45DB}" type="pres">
      <dgm:prSet presAssocID="{35B8CC65-E507-4F8A-8350-4A0018412263}" presName="thickLine" presStyleLbl="alignNode1" presStyleIdx="6" presStyleCnt="9"/>
      <dgm:spPr/>
    </dgm:pt>
    <dgm:pt modelId="{A04A4809-5582-D542-B702-FFC07027ACC3}" type="pres">
      <dgm:prSet presAssocID="{35B8CC65-E507-4F8A-8350-4A0018412263}" presName="horz1" presStyleCnt="0"/>
      <dgm:spPr/>
    </dgm:pt>
    <dgm:pt modelId="{4A8D2AA5-F9B6-DD47-B3F2-F0AFA131B992}" type="pres">
      <dgm:prSet presAssocID="{35B8CC65-E507-4F8A-8350-4A0018412263}" presName="tx1" presStyleLbl="revTx" presStyleIdx="6" presStyleCnt="9"/>
      <dgm:spPr/>
    </dgm:pt>
    <dgm:pt modelId="{2C99F5EE-F9DF-704D-8586-00F4B601EF4F}" type="pres">
      <dgm:prSet presAssocID="{35B8CC65-E507-4F8A-8350-4A0018412263}" presName="vert1" presStyleCnt="0"/>
      <dgm:spPr/>
    </dgm:pt>
    <dgm:pt modelId="{29BFB3F4-9F16-814F-BC7E-3181F67BACA9}" type="pres">
      <dgm:prSet presAssocID="{5CE6BDD3-7099-4508-8649-44EB1C88F12F}" presName="thickLine" presStyleLbl="alignNode1" presStyleIdx="7" presStyleCnt="9"/>
      <dgm:spPr/>
    </dgm:pt>
    <dgm:pt modelId="{D63E174B-831D-DA46-A204-E7B21C22ADA1}" type="pres">
      <dgm:prSet presAssocID="{5CE6BDD3-7099-4508-8649-44EB1C88F12F}" presName="horz1" presStyleCnt="0"/>
      <dgm:spPr/>
    </dgm:pt>
    <dgm:pt modelId="{830B9207-95A5-7E4D-963B-04EF4955D8CB}" type="pres">
      <dgm:prSet presAssocID="{5CE6BDD3-7099-4508-8649-44EB1C88F12F}" presName="tx1" presStyleLbl="revTx" presStyleIdx="7" presStyleCnt="9"/>
      <dgm:spPr/>
    </dgm:pt>
    <dgm:pt modelId="{DACCE751-3594-6E49-8C89-1A7E3CF792C2}" type="pres">
      <dgm:prSet presAssocID="{5CE6BDD3-7099-4508-8649-44EB1C88F12F}" presName="vert1" presStyleCnt="0"/>
      <dgm:spPr/>
    </dgm:pt>
    <dgm:pt modelId="{94BC2115-ADD2-BA49-9EA0-8F664BFB6A44}" type="pres">
      <dgm:prSet presAssocID="{A59BE94F-F23F-4FCC-8E21-22B6E2CA47FB}" presName="thickLine" presStyleLbl="alignNode1" presStyleIdx="8" presStyleCnt="9"/>
      <dgm:spPr/>
    </dgm:pt>
    <dgm:pt modelId="{D0F39022-48DD-1645-9B3A-BBEC0697847B}" type="pres">
      <dgm:prSet presAssocID="{A59BE94F-F23F-4FCC-8E21-22B6E2CA47FB}" presName="horz1" presStyleCnt="0"/>
      <dgm:spPr/>
    </dgm:pt>
    <dgm:pt modelId="{E26DB380-29E8-6F44-8F10-A05A0A393B72}" type="pres">
      <dgm:prSet presAssocID="{A59BE94F-F23F-4FCC-8E21-22B6E2CA47FB}" presName="tx1" presStyleLbl="revTx" presStyleIdx="8" presStyleCnt="9"/>
      <dgm:spPr/>
    </dgm:pt>
    <dgm:pt modelId="{0453FBC4-D490-0E42-8927-6FFA1387A6D4}" type="pres">
      <dgm:prSet presAssocID="{A59BE94F-F23F-4FCC-8E21-22B6E2CA47FB}" presName="vert1" presStyleCnt="0"/>
      <dgm:spPr/>
    </dgm:pt>
  </dgm:ptLst>
  <dgm:cxnLst>
    <dgm:cxn modelId="{C74A6105-3086-4B4B-A5C6-44982EE1161C}" srcId="{E1B30F34-5847-4149-8644-5A8886AC5187}" destId="{A59BE94F-F23F-4FCC-8E21-22B6E2CA47FB}" srcOrd="8" destOrd="0" parTransId="{CC892135-E2AF-4436-8746-CD8F250A6115}" sibTransId="{2E10F54F-EE35-4C99-A82F-0ED79DA1750D}"/>
    <dgm:cxn modelId="{741A5B15-1760-4225-87A2-C5C1EBD5809F}" srcId="{E1B30F34-5847-4149-8644-5A8886AC5187}" destId="{6F747D55-1125-462E-82AB-BDCFB992288C}" srcOrd="3" destOrd="0" parTransId="{7F9B66FE-3742-4553-80D4-196EE29D825B}" sibTransId="{F1014356-8C3D-49A3-A39F-0F39C79EDDCB}"/>
    <dgm:cxn modelId="{A1A40321-29CE-DC41-AE2D-ACCB5154E833}" type="presOf" srcId="{AFF650EE-38ED-4FE0-9792-C6E1DCC271E3}" destId="{A4832E82-28C5-8442-971B-E52C8A3499D3}" srcOrd="0" destOrd="0" presId="urn:microsoft.com/office/officeart/2008/layout/LinedList"/>
    <dgm:cxn modelId="{41141D37-010A-6B40-98BA-02570AED5BCC}" type="presOf" srcId="{903A213B-6D43-4B08-823A-29AAD47F9861}" destId="{49BB1FAD-D812-644C-BD9F-390F397B6843}" srcOrd="0" destOrd="0" presId="urn:microsoft.com/office/officeart/2008/layout/LinedList"/>
    <dgm:cxn modelId="{2F2A8A6E-F902-4AE5-BC3B-828174D789E8}" srcId="{E1B30F34-5847-4149-8644-5A8886AC5187}" destId="{35B8CC65-E507-4F8A-8350-4A0018412263}" srcOrd="6" destOrd="0" parTransId="{C1AE5ED7-FCF9-46DF-B938-A26A34D813B7}" sibTransId="{A221AB1C-219E-42C5-AB95-7F69A154FF85}"/>
    <dgm:cxn modelId="{700B7F56-C875-4090-B50B-6278C7F62921}" srcId="{E1B30F34-5847-4149-8644-5A8886AC5187}" destId="{9BF4C014-2C43-4524-9D07-FD9B9EB84507}" srcOrd="4" destOrd="0" parTransId="{359459D9-312D-48D1-ADB2-905AA30A13EB}" sibTransId="{6680C4AA-73FC-409F-8518-7A0C3F520B64}"/>
    <dgm:cxn modelId="{19D5097A-863A-834D-9CC4-0778E6401FCC}" type="presOf" srcId="{5CE6BDD3-7099-4508-8649-44EB1C88F12F}" destId="{830B9207-95A5-7E4D-963B-04EF4955D8CB}" srcOrd="0" destOrd="0" presId="urn:microsoft.com/office/officeart/2008/layout/LinedList"/>
    <dgm:cxn modelId="{59B04181-B8EF-3D49-AEA0-CF4E913B4DD6}" type="presOf" srcId="{35B8CC65-E507-4F8A-8350-4A0018412263}" destId="{4A8D2AA5-F9B6-DD47-B3F2-F0AFA131B992}" srcOrd="0" destOrd="0" presId="urn:microsoft.com/office/officeart/2008/layout/LinedList"/>
    <dgm:cxn modelId="{BE23C184-A9A1-4A56-82A3-3C4A616663F1}" srcId="{E1B30F34-5847-4149-8644-5A8886AC5187}" destId="{A1862002-B049-4FF3-B988-570F619EC78B}" srcOrd="1" destOrd="0" parTransId="{B680363E-754B-477E-9E20-D73D3802E438}" sibTransId="{37E259A0-CE3B-4E25-A885-8ADD0BD57B6C}"/>
    <dgm:cxn modelId="{29F2228C-4E53-4374-95F9-9B5C2B09561B}" srcId="{E1B30F34-5847-4149-8644-5A8886AC5187}" destId="{7F44B36E-A342-4F66-98B2-AC4C3B436122}" srcOrd="2" destOrd="0" parTransId="{5400137A-5ED9-4C75-BD9A-E81C15A79456}" sibTransId="{89DBA145-FA87-4461-A60E-00F576A249BD}"/>
    <dgm:cxn modelId="{2FA44192-783F-DC4C-8667-2DC8A2AC2DF0}" type="presOf" srcId="{A59BE94F-F23F-4FCC-8E21-22B6E2CA47FB}" destId="{E26DB380-29E8-6F44-8F10-A05A0A393B72}" srcOrd="0" destOrd="0" presId="urn:microsoft.com/office/officeart/2008/layout/LinedList"/>
    <dgm:cxn modelId="{3345BA9C-9462-594B-AB32-CFEABFAF9F5F}" type="presOf" srcId="{6F747D55-1125-462E-82AB-BDCFB992288C}" destId="{014E94EA-DCF1-F145-B981-49D2F9E3C049}" srcOrd="0" destOrd="0" presId="urn:microsoft.com/office/officeart/2008/layout/LinedList"/>
    <dgm:cxn modelId="{AB8B22A8-E850-F74C-BED3-8994FCBE24F3}" type="presOf" srcId="{A1862002-B049-4FF3-B988-570F619EC78B}" destId="{F9543BAA-5E09-0640-9271-458C8E427FEC}" srcOrd="0" destOrd="0" presId="urn:microsoft.com/office/officeart/2008/layout/LinedList"/>
    <dgm:cxn modelId="{EC6536AF-3372-8044-9AB0-11D02BEA8E27}" type="presOf" srcId="{E1B30F34-5847-4149-8644-5A8886AC5187}" destId="{94994061-9990-0F46-9651-610EEEB53680}" srcOrd="0" destOrd="0" presId="urn:microsoft.com/office/officeart/2008/layout/LinedList"/>
    <dgm:cxn modelId="{EB2986B1-237F-41FB-B9C9-89D346DACB53}" srcId="{E1B30F34-5847-4149-8644-5A8886AC5187}" destId="{5CE6BDD3-7099-4508-8649-44EB1C88F12F}" srcOrd="7" destOrd="0" parTransId="{D666F55F-6BD4-4917-9655-87D5C134F74B}" sibTransId="{E3460BB6-C27B-4186-923E-13201DD09F00}"/>
    <dgm:cxn modelId="{60DA86B5-64F3-4A36-9206-C5724CCB30D1}" srcId="{E1B30F34-5847-4149-8644-5A8886AC5187}" destId="{903A213B-6D43-4B08-823A-29AAD47F9861}" srcOrd="0" destOrd="0" parTransId="{D6C97D49-69D5-41B3-A77D-AFE9B6410CDB}" sibTransId="{2A75D888-84B1-4359-BB29-364AF631D596}"/>
    <dgm:cxn modelId="{58EFB8B5-2DAD-461D-9C97-E9DCC3686788}" srcId="{E1B30F34-5847-4149-8644-5A8886AC5187}" destId="{AFF650EE-38ED-4FE0-9792-C6E1DCC271E3}" srcOrd="5" destOrd="0" parTransId="{3DA4BBBB-C884-4FD0-83C9-D68996D0187C}" sibTransId="{47097F06-E72C-4714-8F3B-8EB178CEC133}"/>
    <dgm:cxn modelId="{9E1320F5-A8D0-534A-9F3A-4936105AF9B9}" type="presOf" srcId="{9BF4C014-2C43-4524-9D07-FD9B9EB84507}" destId="{D038A7AF-4A5C-DF45-88E4-2A98FC3BB589}" srcOrd="0" destOrd="0" presId="urn:microsoft.com/office/officeart/2008/layout/LinedList"/>
    <dgm:cxn modelId="{99E0E0F8-15CE-F843-A0A8-C0B331A1952A}" type="presOf" srcId="{7F44B36E-A342-4F66-98B2-AC4C3B436122}" destId="{1B35BFF0-4611-574D-83D0-23ADF965E2F1}" srcOrd="0" destOrd="0" presId="urn:microsoft.com/office/officeart/2008/layout/LinedList"/>
    <dgm:cxn modelId="{6E1B439A-A11E-EA41-96ED-23FB11ECE665}" type="presParOf" srcId="{94994061-9990-0F46-9651-610EEEB53680}" destId="{BCC782DA-4961-4842-84F0-4B32BF8203FD}" srcOrd="0" destOrd="0" presId="urn:microsoft.com/office/officeart/2008/layout/LinedList"/>
    <dgm:cxn modelId="{DC56C970-7489-254B-BD51-BCDDBBA08EB7}" type="presParOf" srcId="{94994061-9990-0F46-9651-610EEEB53680}" destId="{986AC4F9-A5FA-AC4C-9DE4-F1552F8755C2}" srcOrd="1" destOrd="0" presId="urn:microsoft.com/office/officeart/2008/layout/LinedList"/>
    <dgm:cxn modelId="{23104835-2032-514B-84DD-F8F35ADC981E}" type="presParOf" srcId="{986AC4F9-A5FA-AC4C-9DE4-F1552F8755C2}" destId="{49BB1FAD-D812-644C-BD9F-390F397B6843}" srcOrd="0" destOrd="0" presId="urn:microsoft.com/office/officeart/2008/layout/LinedList"/>
    <dgm:cxn modelId="{F3D1C49E-30E7-F541-A3E1-EE1C66C6C2D0}" type="presParOf" srcId="{986AC4F9-A5FA-AC4C-9DE4-F1552F8755C2}" destId="{3BC36EB6-3EF7-214F-88F7-6C890FD8D38C}" srcOrd="1" destOrd="0" presId="urn:microsoft.com/office/officeart/2008/layout/LinedList"/>
    <dgm:cxn modelId="{11B03DFD-E04C-5D41-A7FF-E8A9F1B26E2B}" type="presParOf" srcId="{94994061-9990-0F46-9651-610EEEB53680}" destId="{93F54457-0318-2444-B1AB-3F0271BA24B0}" srcOrd="2" destOrd="0" presId="urn:microsoft.com/office/officeart/2008/layout/LinedList"/>
    <dgm:cxn modelId="{FDBAA470-4271-EB44-AC4E-EEC0E929384F}" type="presParOf" srcId="{94994061-9990-0F46-9651-610EEEB53680}" destId="{2CC96501-1DF0-6A43-B05F-AD22764EF8BA}" srcOrd="3" destOrd="0" presId="urn:microsoft.com/office/officeart/2008/layout/LinedList"/>
    <dgm:cxn modelId="{19C26021-907C-4443-96F3-FDA30C3155BA}" type="presParOf" srcId="{2CC96501-1DF0-6A43-B05F-AD22764EF8BA}" destId="{F9543BAA-5E09-0640-9271-458C8E427FEC}" srcOrd="0" destOrd="0" presId="urn:microsoft.com/office/officeart/2008/layout/LinedList"/>
    <dgm:cxn modelId="{11BD2940-5DE7-5546-AB34-91FB535FF055}" type="presParOf" srcId="{2CC96501-1DF0-6A43-B05F-AD22764EF8BA}" destId="{BDBF46AD-444A-1640-9C65-FED04C9579F1}" srcOrd="1" destOrd="0" presId="urn:microsoft.com/office/officeart/2008/layout/LinedList"/>
    <dgm:cxn modelId="{91803316-AC03-4B40-95B9-8A989799EA05}" type="presParOf" srcId="{94994061-9990-0F46-9651-610EEEB53680}" destId="{2929862E-B697-3A44-8C74-CCA2014D35C0}" srcOrd="4" destOrd="0" presId="urn:microsoft.com/office/officeart/2008/layout/LinedList"/>
    <dgm:cxn modelId="{5756886D-8C7A-0B41-BBC3-56ACDD2BF0C8}" type="presParOf" srcId="{94994061-9990-0F46-9651-610EEEB53680}" destId="{42261790-AD5E-7F4D-BB99-AB658E605BE0}" srcOrd="5" destOrd="0" presId="urn:microsoft.com/office/officeart/2008/layout/LinedList"/>
    <dgm:cxn modelId="{D3FF4C73-5077-7F47-A31F-37598511D4CC}" type="presParOf" srcId="{42261790-AD5E-7F4D-BB99-AB658E605BE0}" destId="{1B35BFF0-4611-574D-83D0-23ADF965E2F1}" srcOrd="0" destOrd="0" presId="urn:microsoft.com/office/officeart/2008/layout/LinedList"/>
    <dgm:cxn modelId="{D891BF28-286E-4943-B083-83594BCCAF88}" type="presParOf" srcId="{42261790-AD5E-7F4D-BB99-AB658E605BE0}" destId="{C74453B1-15CE-8F43-A8FE-11A3E3B40C12}" srcOrd="1" destOrd="0" presId="urn:microsoft.com/office/officeart/2008/layout/LinedList"/>
    <dgm:cxn modelId="{E869F4CD-3332-6D48-9B0C-9A533A799260}" type="presParOf" srcId="{94994061-9990-0F46-9651-610EEEB53680}" destId="{53381260-BD38-F340-9DD6-761D30014409}" srcOrd="6" destOrd="0" presId="urn:microsoft.com/office/officeart/2008/layout/LinedList"/>
    <dgm:cxn modelId="{BEA2917D-BA24-104E-834A-E47C0BBD976D}" type="presParOf" srcId="{94994061-9990-0F46-9651-610EEEB53680}" destId="{48D24C44-50F6-2646-ACE6-D9C7098F1131}" srcOrd="7" destOrd="0" presId="urn:microsoft.com/office/officeart/2008/layout/LinedList"/>
    <dgm:cxn modelId="{0545C549-C29F-4A4A-947E-17F6EC216D4B}" type="presParOf" srcId="{48D24C44-50F6-2646-ACE6-D9C7098F1131}" destId="{014E94EA-DCF1-F145-B981-49D2F9E3C049}" srcOrd="0" destOrd="0" presId="urn:microsoft.com/office/officeart/2008/layout/LinedList"/>
    <dgm:cxn modelId="{1165E204-6187-ED49-9ACC-19FC4E997D47}" type="presParOf" srcId="{48D24C44-50F6-2646-ACE6-D9C7098F1131}" destId="{DE81BAC5-418F-6C42-B1F7-D14B965B3531}" srcOrd="1" destOrd="0" presId="urn:microsoft.com/office/officeart/2008/layout/LinedList"/>
    <dgm:cxn modelId="{1FE564EF-7E0D-4742-812D-A7B349F5A052}" type="presParOf" srcId="{94994061-9990-0F46-9651-610EEEB53680}" destId="{24722CD5-20EC-C746-A613-DE12E1F6F48D}" srcOrd="8" destOrd="0" presId="urn:microsoft.com/office/officeart/2008/layout/LinedList"/>
    <dgm:cxn modelId="{B6D60861-C340-3B4B-A6DF-4EF7FC654E2D}" type="presParOf" srcId="{94994061-9990-0F46-9651-610EEEB53680}" destId="{62339722-90C1-9946-838A-6CB2A05104C7}" srcOrd="9" destOrd="0" presId="urn:microsoft.com/office/officeart/2008/layout/LinedList"/>
    <dgm:cxn modelId="{3D85630B-F5A6-3E46-A82D-1683BE18DAAB}" type="presParOf" srcId="{62339722-90C1-9946-838A-6CB2A05104C7}" destId="{D038A7AF-4A5C-DF45-88E4-2A98FC3BB589}" srcOrd="0" destOrd="0" presId="urn:microsoft.com/office/officeart/2008/layout/LinedList"/>
    <dgm:cxn modelId="{A3F27A3F-92C6-7047-895F-F1AE61C63605}" type="presParOf" srcId="{62339722-90C1-9946-838A-6CB2A05104C7}" destId="{CCC33456-8BB6-2743-AE07-232B9E3BF3C9}" srcOrd="1" destOrd="0" presId="urn:microsoft.com/office/officeart/2008/layout/LinedList"/>
    <dgm:cxn modelId="{EEEC3DF1-F123-5945-94A5-6E70BD0326E8}" type="presParOf" srcId="{94994061-9990-0F46-9651-610EEEB53680}" destId="{782BE44B-974F-0F44-B31D-30B27B808882}" srcOrd="10" destOrd="0" presId="urn:microsoft.com/office/officeart/2008/layout/LinedList"/>
    <dgm:cxn modelId="{6D19BD35-8B7D-B94F-8BCB-C298DD8EB117}" type="presParOf" srcId="{94994061-9990-0F46-9651-610EEEB53680}" destId="{0AA71823-625D-954F-AB3F-14627F6BEC1F}" srcOrd="11" destOrd="0" presId="urn:microsoft.com/office/officeart/2008/layout/LinedList"/>
    <dgm:cxn modelId="{C9FB74DC-B8DC-C549-9071-C14E359893CF}" type="presParOf" srcId="{0AA71823-625D-954F-AB3F-14627F6BEC1F}" destId="{A4832E82-28C5-8442-971B-E52C8A3499D3}" srcOrd="0" destOrd="0" presId="urn:microsoft.com/office/officeart/2008/layout/LinedList"/>
    <dgm:cxn modelId="{FCBC8053-C20E-B246-AD1C-B1B136A45376}" type="presParOf" srcId="{0AA71823-625D-954F-AB3F-14627F6BEC1F}" destId="{05FB927E-FD60-E448-9329-584363AA63D4}" srcOrd="1" destOrd="0" presId="urn:microsoft.com/office/officeart/2008/layout/LinedList"/>
    <dgm:cxn modelId="{665BFBB7-47FB-FE40-8724-A7A42F2EA0AD}" type="presParOf" srcId="{94994061-9990-0F46-9651-610EEEB53680}" destId="{FDBD0C30-DB10-9441-89C7-1F0FA69D45DB}" srcOrd="12" destOrd="0" presId="urn:microsoft.com/office/officeart/2008/layout/LinedList"/>
    <dgm:cxn modelId="{26206EDE-209E-CC48-B143-9C6EC1B4B5D0}" type="presParOf" srcId="{94994061-9990-0F46-9651-610EEEB53680}" destId="{A04A4809-5582-D542-B702-FFC07027ACC3}" srcOrd="13" destOrd="0" presId="urn:microsoft.com/office/officeart/2008/layout/LinedList"/>
    <dgm:cxn modelId="{5EA94B05-DFC9-3B4B-AAEB-ED996FD2370D}" type="presParOf" srcId="{A04A4809-5582-D542-B702-FFC07027ACC3}" destId="{4A8D2AA5-F9B6-DD47-B3F2-F0AFA131B992}" srcOrd="0" destOrd="0" presId="urn:microsoft.com/office/officeart/2008/layout/LinedList"/>
    <dgm:cxn modelId="{E3CCC998-92EA-0040-8082-60DCB8213B8F}" type="presParOf" srcId="{A04A4809-5582-D542-B702-FFC07027ACC3}" destId="{2C99F5EE-F9DF-704D-8586-00F4B601EF4F}" srcOrd="1" destOrd="0" presId="urn:microsoft.com/office/officeart/2008/layout/LinedList"/>
    <dgm:cxn modelId="{6B2B81CA-4A9F-584C-80CD-118CF1ED3248}" type="presParOf" srcId="{94994061-9990-0F46-9651-610EEEB53680}" destId="{29BFB3F4-9F16-814F-BC7E-3181F67BACA9}" srcOrd="14" destOrd="0" presId="urn:microsoft.com/office/officeart/2008/layout/LinedList"/>
    <dgm:cxn modelId="{F77081CE-40FA-CA4D-A248-0BDC1ED9D177}" type="presParOf" srcId="{94994061-9990-0F46-9651-610EEEB53680}" destId="{D63E174B-831D-DA46-A204-E7B21C22ADA1}" srcOrd="15" destOrd="0" presId="urn:microsoft.com/office/officeart/2008/layout/LinedList"/>
    <dgm:cxn modelId="{CDE88631-0E85-CD4B-B9E8-A8B10D45027C}" type="presParOf" srcId="{D63E174B-831D-DA46-A204-E7B21C22ADA1}" destId="{830B9207-95A5-7E4D-963B-04EF4955D8CB}" srcOrd="0" destOrd="0" presId="urn:microsoft.com/office/officeart/2008/layout/LinedList"/>
    <dgm:cxn modelId="{29A3515A-A444-1847-B26F-562E8BD03A7B}" type="presParOf" srcId="{D63E174B-831D-DA46-A204-E7B21C22ADA1}" destId="{DACCE751-3594-6E49-8C89-1A7E3CF792C2}" srcOrd="1" destOrd="0" presId="urn:microsoft.com/office/officeart/2008/layout/LinedList"/>
    <dgm:cxn modelId="{5EE3B88B-88A3-6D48-8CA0-C26E08483F96}" type="presParOf" srcId="{94994061-9990-0F46-9651-610EEEB53680}" destId="{94BC2115-ADD2-BA49-9EA0-8F664BFB6A44}" srcOrd="16" destOrd="0" presId="urn:microsoft.com/office/officeart/2008/layout/LinedList"/>
    <dgm:cxn modelId="{8B394998-6BFE-924B-AFFB-7FDCA9A1F8D6}" type="presParOf" srcId="{94994061-9990-0F46-9651-610EEEB53680}" destId="{D0F39022-48DD-1645-9B3A-BBEC0697847B}" srcOrd="17" destOrd="0" presId="urn:microsoft.com/office/officeart/2008/layout/LinedList"/>
    <dgm:cxn modelId="{10A5E3E5-E4DE-7B48-B04F-107274A70AFD}" type="presParOf" srcId="{D0F39022-48DD-1645-9B3A-BBEC0697847B}" destId="{E26DB380-29E8-6F44-8F10-A05A0A393B72}" srcOrd="0" destOrd="0" presId="urn:microsoft.com/office/officeart/2008/layout/LinedList"/>
    <dgm:cxn modelId="{CDADC5E8-DBAD-5D47-ABDF-41AB83BA9ECC}" type="presParOf" srcId="{D0F39022-48DD-1645-9B3A-BBEC0697847B}" destId="{0453FBC4-D490-0E42-8927-6FFA1387A6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C05E-09B5-CB40-91F2-E91E3E77C4F5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64FF6-F1D9-3A4C-A2FF-E2236287B721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Problem: [What problem are you trying to solve]</a:t>
          </a:r>
        </a:p>
      </dsp:txBody>
      <dsp:txXfrm>
        <a:off x="0" y="675"/>
        <a:ext cx="5175384" cy="1106957"/>
      </dsp:txXfrm>
    </dsp:sp>
    <dsp:sp modelId="{56419B15-9E16-C94A-8C79-495502A1D5C2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61795-17BB-5C48-B4C0-FAF16D12BFC5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Who faces it: [Target consumer segment]</a:t>
          </a:r>
        </a:p>
      </dsp:txBody>
      <dsp:txXfrm>
        <a:off x="0" y="1107633"/>
        <a:ext cx="5175384" cy="1106957"/>
      </dsp:txXfrm>
    </dsp:sp>
    <dsp:sp modelId="{181A4CC8-841F-EE45-B404-20BF46927960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FC98F-68E9-C54B-B346-C4B3EE49B4BB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Root Cause: [Why this problem exists]</a:t>
          </a:r>
        </a:p>
      </dsp:txBody>
      <dsp:txXfrm>
        <a:off x="0" y="2214591"/>
        <a:ext cx="5175384" cy="1106957"/>
      </dsp:txXfrm>
    </dsp:sp>
    <dsp:sp modelId="{D0EE1F8D-51EC-8747-A9D1-727379B1C1D6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ADECF-5379-314F-A271-6DBC19D70D81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 it matters: [Impact if unsolved]</a:t>
          </a:r>
        </a:p>
      </dsp:txBody>
      <dsp:txXfrm>
        <a:off x="0" y="3321549"/>
        <a:ext cx="5175384" cy="1106957"/>
      </dsp:txXfrm>
    </dsp:sp>
    <dsp:sp modelId="{1897060C-017C-154B-898B-39656C019D11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7383A-E5DB-8B4C-B579-0229404167C5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Key insights if any (2–3) – (Knowledge derived from your experience/observation)</a:t>
          </a:r>
          <a:endParaRPr lang="en-US" sz="2200" kern="1200" dirty="0"/>
        </a:p>
      </dsp:txBody>
      <dsp:txXfrm>
        <a:off x="0" y="4428507"/>
        <a:ext cx="5175384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0B5EC-B0F2-EC4A-8ADF-F1564E09864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B850E-EF62-954E-8FC3-B2FD4AB2C6EF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Solution: [One-line value proposition]</a:t>
          </a:r>
        </a:p>
      </dsp:txBody>
      <dsp:txXfrm>
        <a:off x="0" y="675"/>
        <a:ext cx="5175384" cy="790684"/>
      </dsp:txXfrm>
    </dsp:sp>
    <dsp:sp modelId="{A7D1CA22-9FCC-0F44-9B91-24B4C101D364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2D2F1-D77A-9D4B-B99D-47BA60425A75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Current gap: [What existing solutions miss]</a:t>
          </a:r>
        </a:p>
      </dsp:txBody>
      <dsp:txXfrm>
        <a:off x="0" y="791359"/>
        <a:ext cx="5175384" cy="790684"/>
      </dsp:txXfrm>
    </dsp:sp>
    <dsp:sp modelId="{CE5ECCE1-E2D2-5741-B47D-8AB132C9C8AB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466FA-DF9A-3443-8720-EAB17F0BC21B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approach: [What is different]</a:t>
          </a:r>
        </a:p>
      </dsp:txBody>
      <dsp:txXfrm>
        <a:off x="0" y="1582044"/>
        <a:ext cx="5175384" cy="790684"/>
      </dsp:txXfrm>
    </dsp:sp>
    <dsp:sp modelId="{EB77D19F-7A28-2541-9446-510A2A0E354B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81DBA-3405-3147-8100-018137B121C0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User Insights: [</a:t>
          </a:r>
          <a:r>
            <a:rPr lang="en-US" sz="1900" i="0" kern="1200" dirty="0"/>
            <a:t>Real</a:t>
          </a:r>
          <a:r>
            <a:rPr lang="en-IN" sz="1900" i="0" kern="1200" dirty="0"/>
            <a:t> users or potential customers that you have surveyed/spoken to</a:t>
          </a:r>
          <a:r>
            <a:rPr lang="en-IN" sz="1900" i="1" kern="1200" dirty="0"/>
            <a:t>?</a:t>
          </a:r>
          <a:r>
            <a:rPr lang="en-IN" sz="1900" i="0" kern="1200" dirty="0"/>
            <a:t>]</a:t>
          </a:r>
          <a:r>
            <a:rPr lang="en-IN" sz="1900" i="1" kern="1200" dirty="0"/>
            <a:t> </a:t>
          </a:r>
          <a:endParaRPr lang="en-US" sz="1900" kern="1200" dirty="0"/>
        </a:p>
      </dsp:txBody>
      <dsp:txXfrm>
        <a:off x="0" y="2372728"/>
        <a:ext cx="5175384" cy="790684"/>
      </dsp:txXfrm>
    </dsp:sp>
    <dsp:sp modelId="{F4867106-4EA9-DC4F-BE5C-7AC6ECA2B016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2925D-2FCD-134F-830F-DBD4D107BFF2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Insight 1</a:t>
          </a:r>
        </a:p>
      </dsp:txBody>
      <dsp:txXfrm>
        <a:off x="0" y="3163412"/>
        <a:ext cx="5175384" cy="790684"/>
      </dsp:txXfrm>
    </dsp:sp>
    <dsp:sp modelId="{4FA4AC82-A815-1440-A906-F79415ACF77A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3BB5-9C03-3048-B8B2-97C214F50B7D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 Insight 2</a:t>
          </a:r>
        </a:p>
      </dsp:txBody>
      <dsp:txXfrm>
        <a:off x="0" y="3954096"/>
        <a:ext cx="5175384" cy="790684"/>
      </dsp:txXfrm>
    </dsp:sp>
    <dsp:sp modelId="{B64F59D9-D34D-604E-92F8-CA03C5870F91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69C22-6AD9-6847-B8C1-06CC7D0B78B3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Current stage + artefacts 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0" y="4744781"/>
        <a:ext cx="5175384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782DA-4961-4842-84F0-4B32BF8203F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B1FAD-D812-644C-BD9F-390F397B6843}">
      <dsp:nvSpPr>
        <dsp:cNvPr id="0" name=""/>
        <dsp:cNvSpPr/>
      </dsp:nvSpPr>
      <dsp:spPr>
        <a:xfrm>
          <a:off x="0" y="67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Hypothesis: If we do X → Y will happen</a:t>
          </a:r>
        </a:p>
      </dsp:txBody>
      <dsp:txXfrm>
        <a:off x="0" y="675"/>
        <a:ext cx="5175384" cy="614976"/>
      </dsp:txXfrm>
    </dsp:sp>
    <dsp:sp modelId="{93F54457-0318-2444-B1AB-3F0271BA24B0}">
      <dsp:nvSpPr>
        <dsp:cNvPr id="0" name=""/>
        <dsp:cNvSpPr/>
      </dsp:nvSpPr>
      <dsp:spPr>
        <a:xfrm>
          <a:off x="0" y="6156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43BAA-5E09-0640-9271-458C8E427FEC}">
      <dsp:nvSpPr>
        <dsp:cNvPr id="0" name=""/>
        <dsp:cNvSpPr/>
      </dsp:nvSpPr>
      <dsp:spPr>
        <a:xfrm>
          <a:off x="0" y="61565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we are testing:</a:t>
          </a:r>
        </a:p>
      </dsp:txBody>
      <dsp:txXfrm>
        <a:off x="0" y="615652"/>
        <a:ext cx="5175384" cy="614976"/>
      </dsp:txXfrm>
    </dsp:sp>
    <dsp:sp modelId="{2929862E-B697-3A44-8C74-CCA2014D35C0}">
      <dsp:nvSpPr>
        <dsp:cNvPr id="0" name=""/>
        <dsp:cNvSpPr/>
      </dsp:nvSpPr>
      <dsp:spPr>
        <a:xfrm>
          <a:off x="0" y="12306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5BFF0-4611-574D-83D0-23ADF965E2F1}">
      <dsp:nvSpPr>
        <dsp:cNvPr id="0" name=""/>
        <dsp:cNvSpPr/>
      </dsp:nvSpPr>
      <dsp:spPr>
        <a:xfrm>
          <a:off x="0" y="123062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1</a:t>
          </a:r>
          <a:endParaRPr lang="en-US" sz="2400" kern="1200" dirty="0"/>
        </a:p>
      </dsp:txBody>
      <dsp:txXfrm>
        <a:off x="0" y="1230628"/>
        <a:ext cx="5175384" cy="614976"/>
      </dsp:txXfrm>
    </dsp:sp>
    <dsp:sp modelId="{53381260-BD38-F340-9DD6-761D30014409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E94EA-DCF1-F145-B981-49D2F9E3C049}">
      <dsp:nvSpPr>
        <dsp:cNvPr id="0" name=""/>
        <dsp:cNvSpPr/>
      </dsp:nvSpPr>
      <dsp:spPr>
        <a:xfrm>
          <a:off x="0" y="184560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</a:t>
          </a:r>
          <a:r>
            <a:rPr lang="en-US" sz="2400" kern="1200" dirty="0"/>
            <a:t>2</a:t>
          </a:r>
        </a:p>
      </dsp:txBody>
      <dsp:txXfrm>
        <a:off x="0" y="1845605"/>
        <a:ext cx="5175384" cy="614976"/>
      </dsp:txXfrm>
    </dsp:sp>
    <dsp:sp modelId="{24722CD5-20EC-C746-A613-DE12E1F6F48D}">
      <dsp:nvSpPr>
        <dsp:cNvPr id="0" name=""/>
        <dsp:cNvSpPr/>
      </dsp:nvSpPr>
      <dsp:spPr>
        <a:xfrm>
          <a:off x="0" y="246058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8A7AF-4A5C-DF45-88E4-2A98FC3BB589}">
      <dsp:nvSpPr>
        <dsp:cNvPr id="0" name=""/>
        <dsp:cNvSpPr/>
      </dsp:nvSpPr>
      <dsp:spPr>
        <a:xfrm>
          <a:off x="0" y="246058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Success Metrics:</a:t>
          </a:r>
        </a:p>
      </dsp:txBody>
      <dsp:txXfrm>
        <a:off x="0" y="2460582"/>
        <a:ext cx="5175384" cy="614976"/>
      </dsp:txXfrm>
    </dsp:sp>
    <dsp:sp modelId="{782BE44B-974F-0F44-B31D-30B27B808882}">
      <dsp:nvSpPr>
        <dsp:cNvPr id="0" name=""/>
        <dsp:cNvSpPr/>
      </dsp:nvSpPr>
      <dsp:spPr>
        <a:xfrm>
          <a:off x="0" y="307555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32E82-28C5-8442-971B-E52C8A3499D3}">
      <dsp:nvSpPr>
        <dsp:cNvPr id="0" name=""/>
        <dsp:cNvSpPr/>
      </dsp:nvSpPr>
      <dsp:spPr>
        <a:xfrm>
          <a:off x="0" y="307555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Adoption %</a:t>
          </a:r>
        </a:p>
      </dsp:txBody>
      <dsp:txXfrm>
        <a:off x="0" y="3075558"/>
        <a:ext cx="5175384" cy="614976"/>
      </dsp:txXfrm>
    </dsp:sp>
    <dsp:sp modelId="{FDBD0C30-DB10-9441-89C7-1F0FA69D45DB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D2AA5-F9B6-DD47-B3F2-F0AFA131B992}">
      <dsp:nvSpPr>
        <dsp:cNvPr id="0" name=""/>
        <dsp:cNvSpPr/>
      </dsp:nvSpPr>
      <dsp:spPr>
        <a:xfrm>
          <a:off x="0" y="369053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Engagement %</a:t>
          </a:r>
        </a:p>
      </dsp:txBody>
      <dsp:txXfrm>
        <a:off x="0" y="3690535"/>
        <a:ext cx="5175384" cy="614976"/>
      </dsp:txXfrm>
    </dsp:sp>
    <dsp:sp modelId="{29BFB3F4-9F16-814F-BC7E-3181F67BACA9}">
      <dsp:nvSpPr>
        <dsp:cNvPr id="0" name=""/>
        <dsp:cNvSpPr/>
      </dsp:nvSpPr>
      <dsp:spPr>
        <a:xfrm>
          <a:off x="0" y="43055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B9207-95A5-7E4D-963B-04EF4955D8CB}">
      <dsp:nvSpPr>
        <dsp:cNvPr id="0" name=""/>
        <dsp:cNvSpPr/>
      </dsp:nvSpPr>
      <dsp:spPr>
        <a:xfrm>
          <a:off x="0" y="430551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Willingness to pay</a:t>
          </a:r>
        </a:p>
      </dsp:txBody>
      <dsp:txXfrm>
        <a:off x="0" y="4305512"/>
        <a:ext cx="5175384" cy="614976"/>
      </dsp:txXfrm>
    </dsp:sp>
    <dsp:sp modelId="{94BC2115-ADD2-BA49-9EA0-8F664BFB6A44}">
      <dsp:nvSpPr>
        <dsp:cNvPr id="0" name=""/>
        <dsp:cNvSpPr/>
      </dsp:nvSpPr>
      <dsp:spPr>
        <a:xfrm>
          <a:off x="0" y="49204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DB380-29E8-6F44-8F10-A05A0A393B72}">
      <dsp:nvSpPr>
        <dsp:cNvPr id="0" name=""/>
        <dsp:cNvSpPr/>
      </dsp:nvSpPr>
      <dsp:spPr>
        <a:xfrm>
          <a:off x="0" y="492048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Learning: Validate problem-solution fit</a:t>
          </a:r>
        </a:p>
      </dsp:txBody>
      <dsp:txXfrm>
        <a:off x="0" y="4920488"/>
        <a:ext cx="5175384" cy="614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Problem &amp; Validation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A220A-D292-863B-97BA-6F7EE8B8246C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2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58F14604-2CFE-B31A-328F-644A5243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086C9-FF27-9198-467F-727D3046B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74720" y="6858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62626"/>
                </a:solidFill>
                <a:latin typeface="Calibri"/>
              </a:rPr>
              <a:t>Students want to date and make friends online — but trust is missing.</a:t>
            </a:r>
          </a:p>
          <a:p>
            <a:pPr marL="164592" indent="-164592">
              <a:spcAft>
                <a:spcPts val="500"/>
              </a:spcAft>
              <a:buClr>
                <a:srgbClr val="C0392B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Fake profiles, catfishing and scams on mainstream dating apps</a:t>
            </a:r>
          </a:p>
          <a:p>
            <a:pPr marL="164592" indent="-164592">
              <a:spcAft>
                <a:spcPts val="500"/>
              </a:spcAft>
              <a:buClr>
                <a:srgbClr val="C0392B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Open video chat means face-to-face time with anonymous strangers</a:t>
            </a:r>
          </a:p>
          <a:p>
            <a:pPr marL="164592" indent="-164592">
              <a:spcAft>
                <a:spcPts val="0"/>
              </a:spcAft>
              <a:buClr>
                <a:srgbClr val="C0392B"/>
              </a:buClr>
              <a:buFont typeface="Arial"/>
              <a:buChar char="•"/>
            </a:pPr>
            <a:r>
              <a:rPr sz="1500" b="1" i="1">
                <a:solidFill>
                  <a:srgbClr val="C0392B"/>
                </a:solidFill>
                <a:latin typeface="Calibri"/>
              </a:rPr>
              <a:t>It happened to me: </a:t>
            </a:r>
            <a:r>
              <a:rPr sz="1500" b="0" i="1">
                <a:solidFill>
                  <a:srgbClr val="262626"/>
                </a:solidFill>
                <a:latin typeface="Calibri"/>
              </a:rPr>
              <a:t>I was catfished by a fake profile.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2606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Validation — McAfee 2026 survey (Indian adults; not students)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3017520"/>
            <a:ext cx="1664208" cy="100584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75%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saw fake or AI profiles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48656" y="3017520"/>
            <a:ext cx="1664208" cy="100584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33%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reported being catfished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22592" y="3017520"/>
            <a:ext cx="1664208" cy="100584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1 in 7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lost money — avg Rs 2,80,650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74720" y="4343400"/>
            <a:ext cx="5212080" cy="141732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Demand for meeting people on live video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Omegle drew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~50M visitors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in its final month (Oct 2023) — then shut down. The appetite for spontaneous video meeting is proven.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Sources: McAfee 2026 survey; Similarweb via TechCrunch.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Solution &amp; Innovation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1B93F-5C04-E92E-79C5-7E3FDD38652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0D7088D4-2112-BF66-C33D-A213E5E1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8D6272-6E72-6131-1155-1A17B16D7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0" y="68580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262626"/>
                </a:solidFill>
                <a:latin typeface="Calibri"/>
              </a:rPr>
              <a:t>Huh? — a verified, college-students-only network for dating and socializing.</a:t>
            </a:r>
          </a:p>
          <a:p>
            <a:pPr marL="164592" indent="-164592">
              <a:spcAft>
                <a:spcPts val="700"/>
              </a:spcAft>
              <a:buNone/>
            </a:pPr>
            <a:r>
              <a:rPr sz="1400" b="1" i="0">
                <a:solidFill>
                  <a:srgbClr val="C0392B"/>
                </a:solidFill>
                <a:latin typeface="Calibri"/>
              </a:rPr>
              <a:t>Verified sign-up: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college email or student ID — every profile checked</a:t>
            </a:r>
          </a:p>
          <a:p>
            <a:pPr marL="164592" indent="-164592">
              <a:spcAft>
                <a:spcPts val="700"/>
              </a:spcAft>
              <a:buNone/>
            </a:pPr>
            <a:r>
              <a:rPr sz="1400" b="1" i="0">
                <a:solidFill>
                  <a:srgbClr val="C0392B"/>
                </a:solidFill>
                <a:latin typeface="Calibri"/>
              </a:rPr>
              <a:t>Intent-based feed: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dating or friendship, at your college and nearby</a:t>
            </a:r>
          </a:p>
          <a:p>
            <a:pPr marL="164592" indent="-164592">
              <a:spcAft>
                <a:spcPts val="700"/>
              </a:spcAft>
              <a:buNone/>
            </a:pPr>
            <a:r>
              <a:rPr sz="1400" b="1" i="0">
                <a:solidFill>
                  <a:srgbClr val="C0392B"/>
                </a:solidFill>
                <a:latin typeface="Calibri"/>
              </a:rPr>
              <a:t>Live video matching: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tap once, meet a new verified student face to face</a:t>
            </a:r>
          </a:p>
          <a:p>
            <a:pPr marL="164592" indent="-164592">
              <a:spcAft>
                <a:spcPts val="700"/>
              </a:spcAft>
              <a:buNone/>
            </a:pPr>
            <a:r>
              <a:rPr sz="1400" b="1" i="0">
                <a:solidFill>
                  <a:srgbClr val="C0392B"/>
                </a:solidFill>
                <a:latin typeface="Calibri"/>
              </a:rPr>
              <a:t>Omegle-style spontaneity —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but only with real students</a:t>
            </a:r>
          </a:p>
          <a:p>
            <a:pPr marL="164592" indent="-164592">
              <a:spcAft>
                <a:spcPts val="800"/>
              </a:spcAft>
              <a:buNone/>
            </a:pPr>
            <a:r>
              <a:rPr sz="1400" b="1" i="0">
                <a:solidFill>
                  <a:srgbClr val="C0392B"/>
                </a:solidFill>
                <a:latin typeface="Calibri"/>
              </a:rPr>
              <a:t>Status: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working product in testing; launching November 2026 with all features.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In build now: live video matching and selfie-ID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709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Verify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email / selfie-ID*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50292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709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Discover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feed by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50292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709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Meet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live video*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806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* selfie-ID verification and live video are in build now — launching with all features in Nov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dirty="0"/>
              <a:t>PoC Hypothesis &amp; Metrics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CEE84-1D5F-18D2-90F1-379BCAC7F3E9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1332FAC-F965-98FA-A163-157891BAA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DDA15-8765-CEBD-88F2-E374B6264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0" y="6858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Calibri"/>
              </a:rPr>
              <a:t>Hypothesis: a verified, students-only network earns students’ trust — and their time.</a:t>
            </a:r>
            <a:r>
              <a:rPr sz="1350" b="1" i="0">
                <a:solidFill>
                  <a:srgbClr val="C0392B"/>
                </a:solidFill>
                <a:latin typeface="Calibri"/>
              </a:rPr>
              <a:t>Success metrics — first 2 months after Nov 2026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965960"/>
            <a:ext cx="2514600" cy="1069848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10+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colleges with verified sign-ups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2514600" cy="1069848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30%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of sign-ups return in week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172968"/>
            <a:ext cx="2514600" cy="1069848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40%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try live video in their first 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72968"/>
            <a:ext cx="2514600" cy="1069848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5%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convert to premium — assumption, to be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Market — assumptions we will validate</a:t>
            </a:r>
          </a:p>
          <a:p>
            <a:pPr marL="164592" indent="-164592">
              <a:spcAft>
                <a:spcPts val="500"/>
              </a:spcAft>
              <a:buClr>
                <a:srgbClr val="C0392B"/>
              </a:buClr>
              <a:buFont typeface="Arial"/>
              <a:buChar char="•"/>
            </a:pPr>
            <a:r>
              <a:rPr sz="1400" b="1" i="0">
                <a:solidFill>
                  <a:srgbClr val="C0392B"/>
                </a:solidFill>
                <a:latin typeface="Calibri"/>
              </a:rPr>
              <a:t>4.5 crore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higher-education students in India (AISHE 2023-24)</a:t>
            </a:r>
          </a:p>
          <a:p>
            <a:pPr marL="164592" indent="-164592">
              <a:spcAft>
                <a:spcPts val="50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10% on dating apps (Mumbai study: 12.7%) x 5% paying x Rs 1,500/yr ≈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Rs 34 crore/yr</a:t>
            </a:r>
          </a:p>
          <a:p>
            <a:pPr marL="164592" indent="-164592">
              <a:spcAft>
                <a:spcPts val="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Context: India’s online-dating market est.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US$548M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(Grand View Research,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 dirty="0"/>
              <a:t>Execution &amp; Business Plan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662B0-A0AA-775F-FCC2-D5831F42C1D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A25A994E-6233-A765-91AF-0C2A087B8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76669-6ECA-3A0A-3DDF-47A95ECC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0" y="548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Milestones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4780" y="996696"/>
            <a:ext cx="12801" cy="1636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896112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spcAft>
                <a:spcPts val="0"/>
              </a:spcAft>
              <a:buNone/>
            </a:pPr>
            <a:r>
              <a:rPr sz="1300" b="1" i="0">
                <a:solidFill>
                  <a:srgbClr val="C0392B"/>
                </a:solidFill>
                <a:latin typeface="Calibri"/>
              </a:rPr>
              <a:t>Oct 2026 — Build: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finish live video matching, selfie-ID verification, reporting, blocking and skip</a:t>
            </a:r>
          </a:p>
        </p:txBody>
      </p:sp>
      <p:sp>
        <p:nvSpPr>
          <p:cNvPr id="14" name="Oval 13"/>
          <p:cNvSpPr/>
          <p:nvPr/>
        </p:nvSpPr>
        <p:spPr>
          <a:xfrm>
            <a:off x="3901744" y="100126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481328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spcAft>
                <a:spcPts val="0"/>
              </a:spcAft>
              <a:buNone/>
            </a:pPr>
            <a:r>
              <a:rPr sz="1300" b="1" i="0">
                <a:solidFill>
                  <a:srgbClr val="C0392B"/>
                </a:solidFill>
                <a:latin typeface="Calibri"/>
              </a:rPr>
              <a:t>Nov 2026 — Test &amp; launch: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all features, live to students across colleges</a:t>
            </a:r>
          </a:p>
        </p:txBody>
      </p:sp>
      <p:sp>
        <p:nvSpPr>
          <p:cNvPr id="16" name="Oval 15"/>
          <p:cNvSpPr/>
          <p:nvPr/>
        </p:nvSpPr>
        <p:spPr>
          <a:xfrm>
            <a:off x="3901744" y="158648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920240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spcAft>
                <a:spcPts val="0"/>
              </a:spcAft>
              <a:buNone/>
            </a:pPr>
            <a:r>
              <a:rPr sz="1300" b="1" i="0">
                <a:solidFill>
                  <a:srgbClr val="C0392B"/>
                </a:solidFill>
                <a:latin typeface="Calibri"/>
              </a:rPr>
              <a:t>Dec 2026 — Iterate &amp; earn: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marketing at Mood Indigo and Techfest; monetization starts</a:t>
            </a:r>
          </a:p>
        </p:txBody>
      </p:sp>
      <p:sp>
        <p:nvSpPr>
          <p:cNvPr id="18" name="Oval 17"/>
          <p:cNvSpPr/>
          <p:nvPr/>
        </p:nvSpPr>
        <p:spPr>
          <a:xfrm>
            <a:off x="3901744" y="2025396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52374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spcAft>
                <a:spcPts val="0"/>
              </a:spcAft>
              <a:buNone/>
            </a:pPr>
            <a:r>
              <a:rPr sz="1300" b="1" i="0">
                <a:solidFill>
                  <a:srgbClr val="C0392B"/>
                </a:solidFill>
                <a:latin typeface="Calibri"/>
              </a:rPr>
              <a:t>Jan 2027 onward: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new features driven by student feedback</a:t>
            </a:r>
          </a:p>
        </p:txBody>
      </p:sp>
      <p:sp>
        <p:nvSpPr>
          <p:cNvPr id="20" name="Oval 19"/>
          <p:cNvSpPr/>
          <p:nvPr/>
        </p:nvSpPr>
        <p:spPr>
          <a:xfrm>
            <a:off x="3901744" y="262890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88950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Business model</a:t>
            </a:r>
          </a:p>
          <a:p>
            <a:pPr marL="164592" indent="-164592"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Calibri"/>
              </a:rPr>
              <a:t>Free to join; premium planned at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Rs 1,500/year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(assumption, to be tested)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40480" y="3730752"/>
          <a:ext cx="46634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51560"/>
                <a:gridCol w="1005840"/>
                <a:gridCol w="105156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18288" marB="18288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Student-verified</a:t>
                      </a:r>
                    </a:p>
                  </a:txBody>
                  <a:tcPr marL="73152" marR="73152" marT="18288" marB="18288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Dating feed</a:t>
                      </a:r>
                    </a:p>
                  </a:txBody>
                  <a:tcPr marL="73152" marR="73152" marT="18288" marB="18288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Live video</a:t>
                      </a:r>
                    </a:p>
                  </a:txBody>
                  <a:tcPr marL="73152" marR="73152" marT="18288" marB="18288" anchor="ctr"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Tinder U (Mar 2025)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CooMeet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UniLink.chat / HostelHub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Spyll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 (voice)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Umatch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Huh?*</a:t>
                      </a:r>
                    </a:p>
                  </a:txBody>
                  <a:tcPr marL="73152" marR="73152" marT="18288" marB="18288" anchor="ctr">
                    <a:solidFill>
                      <a:srgbClr val="FA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A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A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In build</a:t>
                      </a:r>
                    </a:p>
                  </a:txBody>
                  <a:tcPr marL="73152" marR="73152" marT="18288" marB="18288" anchor="ctr">
                    <a:solidFill>
                      <a:srgbClr val="FAEEE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40480" y="59436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* Huh?’s live video is in build now. We found none combining dating, socializing and live video in one verified, students-only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/>
              <a:t>Team, Budget &amp; Impact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D8FC6-F4A5-C94A-9FF6-5FFBC691BC0E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B13DBF37-FFE9-B2BD-C6D3-0FD0F28C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B51A0-7C98-B866-052E-01B1BF051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0" y="548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Team &amp; what we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9601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Team: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Aditya Bhati, fifth-year BTech at IIT Bombay, and Jeevesh. We code and design Huh? ourselves; both of us have done internships.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Gaps we are filling: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marketing, trust and safety (moderation), legal and data protection, and a professional designer.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10972" cy="2834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9601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Use of funds: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paid infrastructure — email, database, media storage and live video (today on free tiers of Resend, MongoDB and Cloudinary, which will not scale) — plus verification and moderation tools.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Support needed: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mentorship in trust and safety, legal and data protection, design and marketing; introductions to student communities at other campuses.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spcAft>
                <a:spcPts val="0"/>
              </a:spcAft>
              <a:buNone/>
            </a:pPr>
            <a:r>
              <a:rPr sz="1300" b="1" i="0">
                <a:solidFill>
                  <a:srgbClr val="C0392B"/>
                </a:solidFill>
                <a:latin typeface="Calibri"/>
              </a:rPr>
              <a:t>Proposed output: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the fully featured verified network, live across colleges from Nov 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846320"/>
            <a:ext cx="4663440" cy="132588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 w="12700">
            <a:solidFill>
              <a:srgbClr val="FA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Impact &amp; vision: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a verified social space for India’s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4.5 crore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students. Long term: the trusted place where every college student in India meets people — for dating and friendship — then the same verified model abroad.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FA17-8E20-F3A4-8DAA-106FDF37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D95D-9FA6-7AD9-F6D7-199F0CA4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7233993" cy="1100546"/>
          </a:xfrm>
        </p:spPr>
        <p:txBody>
          <a:bodyPr>
            <a:normAutofit/>
          </a:bodyPr>
          <a:lstStyle/>
          <a:p>
            <a:r>
              <a:rPr lang="en-IN" sz="4700" dirty="0"/>
              <a:t>Budget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0438E-C993-E5FA-B6AB-2AD019034D04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600B698-0B8A-645F-5747-7B68CA63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0C2B8-E2B9-9613-AF75-B70117E4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804672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84048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64008" marB="64008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73152" marR="73152" marT="64008" marB="64008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 (Rs/yr)</a:t>
                      </a:r>
                    </a:p>
                  </a:txBody>
                  <a:tcPr marL="73152" marR="73152" marT="64008" marB="64008" anchor="ctr"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Live video infrastructure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Real-time video matching service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Email, database, media storage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Paid Resend, MongoDB and Cloudinary tiers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Selfie-ID checks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Moderation &amp; reporting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Tools and review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Legal &amp; data protection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Advice for a students-only network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Design &amp; marketing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Professional design; Mood Indigo, Techfest campaigns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64008" marB="64008" anchor="ctr">
                    <a:solidFill>
                      <a:srgbClr val="FA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64008" marB="64008" anchor="ctr">
                    <a:solidFill>
                      <a:srgbClr val="FA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[TO FILL]</a:t>
                      </a:r>
                    </a:p>
                  </a:txBody>
                  <a:tcPr marL="73152" marR="73152" marT="64008" marB="64008" anchor="ctr">
                    <a:solidFill>
                      <a:srgbClr val="FAEE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77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Amounts to be priced from provider pricing pages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25176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321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Problem &amp; Validation</vt:lpstr>
      <vt:lpstr>Solution &amp; Innovation</vt:lpstr>
      <vt:lpstr>PoC Hypothesis &amp; Metrics</vt:lpstr>
      <vt:lpstr>Execution &amp; Business Plan</vt:lpstr>
      <vt:lpstr>Team, Budget &amp; Impact</vt:lpstr>
      <vt:lpstr>Budget Sheet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alkachavan91@outlook.com</cp:lastModifiedBy>
  <cp:revision>4</cp:revision>
  <dcterms:created xsi:type="dcterms:W3CDTF">2013-01-27T09:14:16Z</dcterms:created>
  <dcterms:modified xsi:type="dcterms:W3CDTF">2026-04-09T12:08:54Z</dcterms:modified>
  <cp:category/>
</cp:coreProperties>
</file>